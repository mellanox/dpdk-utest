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1.xml" ContentType="application/vnd.openxmlformats-officedocument.customXmlProperties+xml"/>
  <Override PartName="/customXml/item1.xml" ContentType="application/xml"/>
  <Override PartName="/customXml/itemProps2.xml" ContentType="application/vnd.openxmlformats-officedocument.customXmlProperties+xml"/>
  <Override PartName="/customXml/item3.xml" ContentType="application/xml"/>
  <Override PartName="/customXml/item2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9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2.jpeg" ContentType="image/jpeg"/>
  <Override PartName="/ppt/media/image4.png" ContentType="image/png"/>
  <Override PartName="/ppt/media/image3.jpeg" ContentType="image/jpeg"/>
  <Override PartName="/ppt/media/image5.png" ContentType="image/png"/>
  <Override PartName="/ppt/media/image1.png" ContentType="image/png"/>
  <Override PartName="/ppt/media/image6.png" ContentType="image/png"/>
  <Override PartName="/ppt/media/image8.jpeg" ContentType="image/jpeg"/>
  <Override PartName="/ppt/media/image7.png" ContentType="image/png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8288000" cy="10287000"/>
  <p:notesSz cx="7010400" cy="9296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BDB0CA5-F26E-4030-AE7C-7FA97DDA3ED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406440" y="696960"/>
            <a:ext cx="6196320" cy="348480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7000" cy="418212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4"/>
          </p:nvPr>
        </p:nvSpPr>
        <p:spPr>
          <a:xfrm>
            <a:off x="3663000" y="8830080"/>
            <a:ext cx="3036240" cy="46332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indent="0" algn="r" defTabSz="76212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Trebuchet MS"/>
                <a:ea typeface="ＭＳ Ｐゴシック"/>
              </a:defRPr>
            </a:lvl1pPr>
          </a:lstStyle>
          <a:p>
            <a:pPr indent="0" algn="r" defTabSz="762120">
              <a:lnSpc>
                <a:spcPct val="100000"/>
              </a:lnSpc>
              <a:buNone/>
              <a:tabLst>
                <a:tab algn="l" pos="0"/>
              </a:tabLst>
            </a:pPr>
            <a:fld id="{B6ED461C-28B6-414C-A380-E747EB8EEA38}" type="slidenum"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Trebuchet MS"/>
                <a:ea typeface="ＭＳ Ｐゴシック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406440" y="696960"/>
            <a:ext cx="6196320" cy="348480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7000" cy="418212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5"/>
          </p:nvPr>
        </p:nvSpPr>
        <p:spPr>
          <a:xfrm>
            <a:off x="3663000" y="8830080"/>
            <a:ext cx="3036240" cy="46332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indent="0" algn="r" defTabSz="76212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dk1"/>
                </a:solidFill>
                <a:effectLst/>
                <a:uFillTx/>
                <a:latin typeface="Trebuchet MS"/>
                <a:ea typeface="ＭＳ Ｐゴシック"/>
              </a:defRPr>
            </a:lvl1pPr>
          </a:lstStyle>
          <a:p>
            <a:pPr indent="0" algn="r" defTabSz="762120">
              <a:lnSpc>
                <a:spcPct val="100000"/>
              </a:lnSpc>
              <a:buNone/>
              <a:tabLst>
                <a:tab algn="l" pos="0"/>
              </a:tabLst>
            </a:pPr>
            <a:fld id="{F826EB1E-1F3E-4EE7-AD74-0B5ED87343D2}" type="slidenum">
              <a:rPr b="0" lang="en-US" sz="1100" strike="noStrike" u="none">
                <a:solidFill>
                  <a:schemeClr val="dk1"/>
                </a:solidFill>
                <a:effectLst/>
                <a:uFillTx/>
                <a:latin typeface="Trebuchet MS"/>
                <a:ea typeface="ＭＳ Ｐゴシック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eg"/><Relationship Id="rId4" Type="http://schemas.openxmlformats.org/officeDocument/2006/relationships/image" Target="../media/image4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5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5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jpe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e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/>
          <p:nvPr/>
        </p:nvSpPr>
        <p:spPr>
          <a:xfrm>
            <a:off x="16248600" y="9690120"/>
            <a:ext cx="53352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762120">
              <a:lnSpc>
                <a:spcPct val="100000"/>
              </a:lnSpc>
            </a:pPr>
            <a:fld id="{69C7E4BB-D205-4756-ADF8-07D5DD15245A}" type="slidenum">
              <a:rPr b="0" lang="en-US" sz="1200" strike="noStrike" u="none" cap="all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1</a:t>
            </a:fld>
            <a:r>
              <a:rPr b="0" lang="en-US" sz="1200" strike="noStrike" u="none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17" descr=""/>
          <p:cNvPicPr/>
          <p:nvPr/>
        </p:nvPicPr>
        <p:blipFill>
          <a:blip r:embed="rId2"/>
          <a:stretch/>
        </p:blipFill>
        <p:spPr>
          <a:xfrm>
            <a:off x="17147160" y="9691200"/>
            <a:ext cx="7916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2"/>
          <p:cNvSpPr/>
          <p:nvPr/>
        </p:nvSpPr>
        <p:spPr>
          <a:xfrm>
            <a:off x="16433280" y="9536760"/>
            <a:ext cx="1676160" cy="527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76212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ebuchet MS"/>
              <a:ea typeface="MS PGothic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760" cy="171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7760" cy="596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29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Second Outline Level</a:t>
            </a:r>
            <a:endParaRPr b="0" lang="en-US" sz="182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34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Third Outline Level</a:t>
            </a:r>
            <a:endParaRPr b="0" lang="en-US" sz="3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34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Fourth Outline Level</a:t>
            </a:r>
            <a:endParaRPr b="0" lang="en-US" sz="3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/>
          <p:cNvSpPr/>
          <p:nvPr/>
        </p:nvSpPr>
        <p:spPr>
          <a:xfrm>
            <a:off x="16248600" y="9690120"/>
            <a:ext cx="53352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762120">
              <a:lnSpc>
                <a:spcPct val="100000"/>
              </a:lnSpc>
            </a:pPr>
            <a:fld id="{6C00D8B5-F681-4B67-B844-EDBDB31A990C}" type="slidenum">
              <a:rPr b="0" lang="en-US" sz="1200" strike="noStrike" u="none" cap="all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1</a:t>
            </a:fld>
            <a:r>
              <a:rPr b="0" lang="en-US" sz="1200" strike="noStrike" u="none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Picture 17" descr=""/>
          <p:cNvPicPr/>
          <p:nvPr/>
        </p:nvPicPr>
        <p:blipFill>
          <a:blip r:embed="rId2"/>
          <a:stretch/>
        </p:blipFill>
        <p:spPr>
          <a:xfrm>
            <a:off x="17147160" y="9691200"/>
            <a:ext cx="7916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Rectangle 2"/>
          <p:cNvSpPr/>
          <p:nvPr/>
        </p:nvSpPr>
        <p:spPr>
          <a:xfrm>
            <a:off x="0" y="0"/>
            <a:ext cx="18286560" cy="102855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76212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ebuchet MS"/>
              <a:ea typeface="MS PGothic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760" cy="171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7760" cy="596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29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Second Outline Level</a:t>
            </a:r>
            <a:endParaRPr b="0" lang="en-US" sz="182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34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Third Outline Level</a:t>
            </a:r>
            <a:endParaRPr b="0" lang="en-US" sz="3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34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Fourth Outline Level</a:t>
            </a:r>
            <a:endParaRPr b="0" lang="en-US" sz="3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MO Placehol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"/>
          <p:cNvSpPr/>
          <p:nvPr/>
        </p:nvSpPr>
        <p:spPr>
          <a:xfrm>
            <a:off x="16248600" y="9690120"/>
            <a:ext cx="53352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762120">
              <a:lnSpc>
                <a:spcPct val="100000"/>
              </a:lnSpc>
            </a:pPr>
            <a:fld id="{0A1AD096-A970-44B4-A115-FF1026ED7E95}" type="slidenum">
              <a:rPr b="0" lang="en-US" sz="1200" strike="noStrike" u="none" cap="all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1</a:t>
            </a:fld>
            <a:r>
              <a:rPr b="0" lang="en-US" sz="1200" strike="noStrike" u="none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Picture 17" descr=""/>
          <p:cNvPicPr/>
          <p:nvPr/>
        </p:nvPicPr>
        <p:blipFill>
          <a:blip r:embed="rId2"/>
          <a:stretch/>
        </p:blipFill>
        <p:spPr>
          <a:xfrm>
            <a:off x="17147160" y="9691200"/>
            <a:ext cx="7916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Rectangle 3"/>
          <p:cNvSpPr/>
          <p:nvPr/>
        </p:nvSpPr>
        <p:spPr>
          <a:xfrm>
            <a:off x="0" y="0"/>
            <a:ext cx="18286560" cy="102855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76212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ebuchet MS"/>
              <a:ea typeface="MS PGothic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0520" y="8615880"/>
            <a:ext cx="16625520" cy="89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trike="noStrike" u="none" cap="all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3"/>
          <p:cNvSpPr/>
          <p:nvPr/>
        </p:nvSpPr>
        <p:spPr>
          <a:xfrm>
            <a:off x="16248600" y="9690120"/>
            <a:ext cx="53352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762120">
              <a:lnSpc>
                <a:spcPct val="100000"/>
              </a:lnSpc>
            </a:pPr>
            <a:fld id="{632E38EF-DDD7-42AC-AECC-616399B30018}" type="slidenum">
              <a:rPr b="0" lang="en-US" sz="1200" strike="noStrike" u="none" cap="all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1</a:t>
            </a:fld>
            <a:r>
              <a:rPr b="0" lang="en-US" sz="1200" strike="noStrike" u="none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Picture 17" descr=""/>
          <p:cNvPicPr/>
          <p:nvPr/>
        </p:nvPicPr>
        <p:blipFill>
          <a:blip r:embed="rId2"/>
          <a:stretch/>
        </p:blipFill>
        <p:spPr>
          <a:xfrm>
            <a:off x="17147160" y="9691200"/>
            <a:ext cx="791640" cy="39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Picture 2" descr="A close up of an object&#10;&#10;Description automatically generated"/>
          <p:cNvPicPr/>
          <p:nvPr/>
        </p:nvPicPr>
        <p:blipFill>
          <a:blip r:embed="rId3"/>
          <a:srcRect l="21963" t="57547" r="35585" b="0"/>
          <a:stretch/>
        </p:blipFill>
        <p:spPr>
          <a:xfrm>
            <a:off x="0" y="0"/>
            <a:ext cx="18286560" cy="1028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760" cy="171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7760" cy="596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29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Second Outline Level</a:t>
            </a:r>
            <a:endParaRPr b="0" lang="en-US" sz="182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34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Third Outline Level</a:t>
            </a:r>
            <a:endParaRPr b="0" lang="en-US" sz="3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34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Fourth Outline Level</a:t>
            </a:r>
            <a:endParaRPr b="0" lang="en-US" sz="3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losing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3" hidden="1"/>
          <p:cNvSpPr/>
          <p:nvPr/>
        </p:nvSpPr>
        <p:spPr>
          <a:xfrm>
            <a:off x="16248600" y="9690120"/>
            <a:ext cx="53352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762120">
              <a:lnSpc>
                <a:spcPct val="100000"/>
              </a:lnSpc>
            </a:pPr>
            <a:fld id="{46154823-999F-4800-97C5-AB49F8E82098}" type="slidenum">
              <a:rPr b="0" lang="en-US" sz="1200" strike="noStrike" u="none" cap="all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1</a:t>
            </a:fld>
            <a:r>
              <a:rPr b="0" lang="en-US" sz="1200" strike="noStrike" u="none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Picture 17" descr=""/>
          <p:cNvPicPr/>
          <p:nvPr/>
        </p:nvPicPr>
        <p:blipFill>
          <a:blip r:embed="rId2"/>
          <a:stretch/>
        </p:blipFill>
        <p:spPr>
          <a:xfrm>
            <a:off x="17147160" y="9691200"/>
            <a:ext cx="791640" cy="39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Picture 8" descr="A close up of a spider&#10;&#10;Description automatically generated"/>
          <p:cNvPicPr/>
          <p:nvPr/>
        </p:nvPicPr>
        <p:blipFill>
          <a:blip r:embed="rId3"/>
          <a:srcRect l="10300" t="3895" r="12397" b="26528"/>
          <a:stretch/>
        </p:blipFill>
        <p:spPr>
          <a:xfrm>
            <a:off x="0" y="0"/>
            <a:ext cx="18286560" cy="1028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9" descr="A picture containing text&#10;&#10;Description automatically generated"/>
          <p:cNvPicPr/>
          <p:nvPr/>
        </p:nvPicPr>
        <p:blipFill>
          <a:blip r:embed="rId4"/>
          <a:stretch/>
        </p:blipFill>
        <p:spPr>
          <a:xfrm>
            <a:off x="14856480" y="7394040"/>
            <a:ext cx="2667960" cy="21628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Subtitle,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3"/>
          <p:cNvSpPr/>
          <p:nvPr/>
        </p:nvSpPr>
        <p:spPr>
          <a:xfrm>
            <a:off x="16248600" y="9690120"/>
            <a:ext cx="53352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762120">
              <a:lnSpc>
                <a:spcPct val="100000"/>
              </a:lnSpc>
            </a:pPr>
            <a:fld id="{D454A05E-02E5-4899-AA67-67D00F092154}" type="slidenum">
              <a:rPr b="0" lang="en-US" sz="1200" strike="noStrike" u="none" cap="all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1</a:t>
            </a:fld>
            <a:r>
              <a:rPr b="0" lang="en-US" sz="1200" strike="noStrike" u="none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Picture 17" descr=""/>
          <p:cNvPicPr/>
          <p:nvPr/>
        </p:nvPicPr>
        <p:blipFill>
          <a:blip r:embed="rId2"/>
          <a:stretch/>
        </p:blipFill>
        <p:spPr>
          <a:xfrm>
            <a:off x="17147160" y="9691200"/>
            <a:ext cx="7916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0520" y="868680"/>
            <a:ext cx="16625520" cy="98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trike="noStrike" u="none" cap="all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61120" y="3504960"/>
            <a:ext cx="16579800" cy="6196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indent="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830520" y="1813680"/>
            <a:ext cx="16625520" cy="87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lt2"/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ULLET_ICON_Title, Subtitle,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"/>
          <p:cNvSpPr/>
          <p:nvPr/>
        </p:nvSpPr>
        <p:spPr>
          <a:xfrm>
            <a:off x="16248600" y="9690120"/>
            <a:ext cx="53352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762120">
              <a:lnSpc>
                <a:spcPct val="100000"/>
              </a:lnSpc>
            </a:pPr>
            <a:fld id="{69B0FE98-7B0D-476F-87D6-192FE606B552}" type="slidenum">
              <a:rPr b="0" lang="en-US" sz="1200" strike="noStrike" u="none" cap="all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1</a:t>
            </a:fld>
            <a:r>
              <a:rPr b="0" lang="en-US" sz="1200" strike="noStrike" u="none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Picture 17" descr=""/>
          <p:cNvPicPr/>
          <p:nvPr/>
        </p:nvPicPr>
        <p:blipFill>
          <a:blip r:embed="rId2"/>
          <a:stretch/>
        </p:blipFill>
        <p:spPr>
          <a:xfrm>
            <a:off x="17147160" y="9691200"/>
            <a:ext cx="7916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0520" y="868680"/>
            <a:ext cx="16625520" cy="98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trike="noStrike" u="none" cap="all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61120" y="3504960"/>
            <a:ext cx="16579800" cy="6196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83760" indent="-38376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SzPct val="100017"/>
              <a:buBlip>
                <a:blip r:embed="rId3"/>
              </a:buBlip>
            </a:pPr>
            <a:r>
              <a:rPr b="0" lang="en-US" sz="24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1333440" indent="-38088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SzPct val="100000"/>
              <a:buBlip>
                <a:blip r:embed="rId4"/>
              </a:buBlip>
            </a:pPr>
            <a:r>
              <a:rPr b="0" lang="en-US" sz="20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2098080" indent="-28296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SzPct val="100112"/>
              <a:buBlip>
                <a:blip r:embed="rId5"/>
              </a:buBlip>
            </a:pPr>
            <a:r>
              <a:rPr b="0" lang="en-US" sz="18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2958120" indent="-380880">
              <a:lnSpc>
                <a:spcPct val="100000"/>
              </a:lnSpc>
              <a:spcBef>
                <a:spcPts val="320"/>
              </a:spcBef>
              <a:buSzPct val="100051"/>
              <a:buBlip>
                <a:blip r:embed="rId6"/>
              </a:buBlip>
            </a:pPr>
            <a:r>
              <a:rPr b="0" lang="en-US" sz="16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0520" y="1813680"/>
            <a:ext cx="16625520" cy="87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lt2"/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DE_BULLET_ICON_Title, Subtitle,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"/>
          <p:cNvSpPr/>
          <p:nvPr/>
        </p:nvSpPr>
        <p:spPr>
          <a:xfrm>
            <a:off x="16248600" y="9690120"/>
            <a:ext cx="53352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762120">
              <a:lnSpc>
                <a:spcPct val="100000"/>
              </a:lnSpc>
            </a:pPr>
            <a:fld id="{2BA5E263-A066-40AE-8A29-7BD546EC1A65}" type="slidenum">
              <a:rPr b="0" lang="en-US" sz="1200" strike="noStrike" u="none" cap="all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1</a:t>
            </a:fld>
            <a:r>
              <a:rPr b="0" lang="en-US" sz="1200" strike="noStrike" u="none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Picture 17" descr=""/>
          <p:cNvPicPr/>
          <p:nvPr/>
        </p:nvPicPr>
        <p:blipFill>
          <a:blip r:embed="rId2"/>
          <a:stretch/>
        </p:blipFill>
        <p:spPr>
          <a:xfrm>
            <a:off x="17147160" y="9691200"/>
            <a:ext cx="7916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0520" y="868680"/>
            <a:ext cx="16625520" cy="98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trike="noStrike" u="none">
                <a:solidFill>
                  <a:schemeClr val="dk2"/>
                </a:solidFill>
                <a:effectLst/>
                <a:uFillTx/>
                <a:latin typeface="Courier New"/>
              </a:rPr>
              <a:t>Click to Edit Master Title Style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61120" y="3504960"/>
            <a:ext cx="16579800" cy="6196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83760" indent="-38376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SzPct val="100017"/>
              <a:buBlip>
                <a:blip r:embed="rId3"/>
              </a:buBlip>
            </a:pPr>
            <a:r>
              <a:rPr b="0" lang="en-US" sz="24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1333440" indent="-38088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SzPct val="100000"/>
              <a:buBlip>
                <a:blip r:embed="rId4"/>
              </a:buBlip>
            </a:pPr>
            <a:r>
              <a:rPr b="0" lang="en-US" sz="20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2098080" indent="-28296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SzPct val="100112"/>
              <a:buBlip>
                <a:blip r:embed="rId5"/>
              </a:buBlip>
            </a:pPr>
            <a:r>
              <a:rPr b="0" lang="en-US" sz="18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2958120" indent="-380880">
              <a:lnSpc>
                <a:spcPct val="100000"/>
              </a:lnSpc>
              <a:spcBef>
                <a:spcPts val="320"/>
              </a:spcBef>
              <a:buSzPct val="100051"/>
              <a:buBlip>
                <a:blip r:embed="rId6"/>
              </a:buBlip>
            </a:pPr>
            <a:r>
              <a:rPr b="0" lang="en-US" sz="16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830520" y="1813680"/>
            <a:ext cx="16625520" cy="87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lt2"/>
                </a:solidFill>
                <a:effectLst/>
                <a:uFillTx/>
                <a:latin typeface="Courier New"/>
              </a:rPr>
              <a:t>Click to edit Master text styles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FIDENTIAL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"/>
          <p:cNvSpPr/>
          <p:nvPr/>
        </p:nvSpPr>
        <p:spPr>
          <a:xfrm>
            <a:off x="16248600" y="9690120"/>
            <a:ext cx="53352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762120">
              <a:lnSpc>
                <a:spcPct val="100000"/>
              </a:lnSpc>
            </a:pPr>
            <a:fld id="{FD642C52-EDF1-49C2-AFF4-27D8FCF6DEAD}" type="slidenum">
              <a:rPr b="0" lang="en-US" sz="1200" strike="noStrike" u="none" cap="all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1</a:t>
            </a:fld>
            <a:r>
              <a:rPr b="0" lang="en-US" sz="1200" strike="noStrike" u="none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Picture 17" descr=""/>
          <p:cNvPicPr/>
          <p:nvPr/>
        </p:nvPicPr>
        <p:blipFill>
          <a:blip r:embed="rId2"/>
          <a:stretch/>
        </p:blipFill>
        <p:spPr>
          <a:xfrm>
            <a:off x="17147160" y="9691200"/>
            <a:ext cx="7916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0520" y="868680"/>
            <a:ext cx="16625520" cy="98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trike="noStrike" u="none" cap="all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61120" y="3504960"/>
            <a:ext cx="16579800" cy="6196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indent="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5120" indent="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830520" y="1813680"/>
            <a:ext cx="16625520" cy="87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lt2"/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Rectangle 6"/>
          <p:cNvSpPr/>
          <p:nvPr/>
        </p:nvSpPr>
        <p:spPr>
          <a:xfrm>
            <a:off x="280440" y="9613440"/>
            <a:ext cx="4603320" cy="4122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762120">
              <a:lnSpc>
                <a:spcPct val="9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chemeClr val="dk2"/>
                </a:solidFill>
                <a:effectLst/>
                <a:uFillTx/>
                <a:latin typeface="Trebuchet MS"/>
                <a:ea typeface="MS PGothic"/>
              </a:rPr>
              <a:t>NVIDIA CONFIDENTIAL. DO NOT DISTRIBUTE.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Subtitle, Content - NO LOGO &amp; PAGE 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3"/>
          <p:cNvSpPr/>
          <p:nvPr/>
        </p:nvSpPr>
        <p:spPr>
          <a:xfrm>
            <a:off x="16248600" y="9690120"/>
            <a:ext cx="53352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762120">
              <a:lnSpc>
                <a:spcPct val="100000"/>
              </a:lnSpc>
            </a:pPr>
            <a:fld id="{15384440-067B-4766-8D6C-9F8854778E0B}" type="slidenum">
              <a:rPr b="0" lang="en-US" sz="1200" strike="noStrike" u="none" cap="all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1</a:t>
            </a:fld>
            <a:r>
              <a:rPr b="0" lang="en-US" sz="1200" strike="noStrike" u="none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Picture 17" descr=""/>
          <p:cNvPicPr/>
          <p:nvPr/>
        </p:nvPicPr>
        <p:blipFill>
          <a:blip r:embed="rId2"/>
          <a:stretch/>
        </p:blipFill>
        <p:spPr>
          <a:xfrm>
            <a:off x="17147160" y="9691200"/>
            <a:ext cx="7916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0520" y="868680"/>
            <a:ext cx="16625520" cy="98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trike="noStrike" u="none" cap="all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53560" y="3504960"/>
            <a:ext cx="16579800" cy="6154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indent="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5120" indent="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0520" y="1813680"/>
            <a:ext cx="16625520" cy="87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lt2"/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Rectangle 3"/>
          <p:cNvSpPr/>
          <p:nvPr/>
        </p:nvSpPr>
        <p:spPr>
          <a:xfrm>
            <a:off x="16446960" y="9716400"/>
            <a:ext cx="1839600" cy="569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76212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ebuchet MS"/>
              <a:ea typeface="MS PGothic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hotograph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3"/>
          <p:cNvSpPr/>
          <p:nvPr/>
        </p:nvSpPr>
        <p:spPr>
          <a:xfrm>
            <a:off x="16248600" y="9690120"/>
            <a:ext cx="53352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762120">
              <a:lnSpc>
                <a:spcPct val="100000"/>
              </a:lnSpc>
            </a:pPr>
            <a:fld id="{847CC391-2999-49AC-9837-B88EAA4A90C8}" type="slidenum">
              <a:rPr b="0" lang="en-US" sz="1200" strike="noStrike" u="none" cap="all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1</a:t>
            </a:fld>
            <a:r>
              <a:rPr b="0" lang="en-US" sz="1200" strike="noStrike" u="none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Picture 17" descr=""/>
          <p:cNvPicPr/>
          <p:nvPr/>
        </p:nvPicPr>
        <p:blipFill>
          <a:blip r:embed="rId2"/>
          <a:stretch/>
        </p:blipFill>
        <p:spPr>
          <a:xfrm>
            <a:off x="17147160" y="9691200"/>
            <a:ext cx="7916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65440" y="2997720"/>
            <a:ext cx="7005960" cy="1029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trike="noStrike" u="none" cap="all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65440" y="5119200"/>
            <a:ext cx="6986520" cy="4193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833"/>
              </a:spcBef>
              <a:spcAft>
                <a:spcPts val="833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indent="0">
              <a:lnSpc>
                <a:spcPct val="90000"/>
              </a:lnSpc>
              <a:spcBef>
                <a:spcPts val="833"/>
              </a:spcBef>
              <a:spcAft>
                <a:spcPts val="833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Second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5120" indent="0">
              <a:lnSpc>
                <a:spcPct val="90000"/>
              </a:lnSpc>
              <a:spcBef>
                <a:spcPts val="833"/>
              </a:spcBef>
              <a:spcAft>
                <a:spcPts val="833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Third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65440" y="3913920"/>
            <a:ext cx="7005960" cy="87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lt2"/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Rectangle 3"/>
          <p:cNvSpPr/>
          <p:nvPr/>
        </p:nvSpPr>
        <p:spPr>
          <a:xfrm>
            <a:off x="16059960" y="9499680"/>
            <a:ext cx="2226600" cy="7858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76212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ebuchet MS"/>
              <a:ea typeface="MS PGothic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DE_Content with Photograph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3"/>
          <p:cNvSpPr/>
          <p:nvPr/>
        </p:nvSpPr>
        <p:spPr>
          <a:xfrm>
            <a:off x="16248600" y="9690120"/>
            <a:ext cx="53352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762120">
              <a:lnSpc>
                <a:spcPct val="100000"/>
              </a:lnSpc>
            </a:pPr>
            <a:fld id="{F21AEB36-F169-477D-89C2-4E1FAE7E9DEE}" type="slidenum">
              <a:rPr b="0" lang="en-US" sz="1200" strike="noStrike" u="none" cap="all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1</a:t>
            </a:fld>
            <a:r>
              <a:rPr b="0" lang="en-US" sz="1200" strike="noStrike" u="none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Picture 17" descr=""/>
          <p:cNvPicPr/>
          <p:nvPr/>
        </p:nvPicPr>
        <p:blipFill>
          <a:blip r:embed="rId2"/>
          <a:stretch/>
        </p:blipFill>
        <p:spPr>
          <a:xfrm>
            <a:off x="17147160" y="9691200"/>
            <a:ext cx="7916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65440" y="2997720"/>
            <a:ext cx="7005960" cy="1029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trike="noStrike" u="none">
                <a:solidFill>
                  <a:schemeClr val="dk2"/>
                </a:solidFill>
                <a:effectLst/>
                <a:uFillTx/>
                <a:latin typeface="Courier New"/>
              </a:rPr>
              <a:t>Click to Edit Master Title Style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865440" y="5119200"/>
            <a:ext cx="6986520" cy="4193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833"/>
              </a:spcBef>
              <a:spcAft>
                <a:spcPts val="833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indent="0">
              <a:lnSpc>
                <a:spcPct val="90000"/>
              </a:lnSpc>
              <a:spcBef>
                <a:spcPts val="833"/>
              </a:spcBef>
              <a:spcAft>
                <a:spcPts val="833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Second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5120" indent="0">
              <a:lnSpc>
                <a:spcPct val="90000"/>
              </a:lnSpc>
              <a:spcBef>
                <a:spcPts val="833"/>
              </a:spcBef>
              <a:spcAft>
                <a:spcPts val="833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Third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65440" y="3913920"/>
            <a:ext cx="7005960" cy="87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lt2"/>
                </a:solidFill>
                <a:effectLst/>
                <a:uFillTx/>
                <a:latin typeface="Courier New"/>
              </a:rPr>
              <a:t>Click to edit Master text styles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16059960" y="9499680"/>
            <a:ext cx="2226600" cy="7858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76212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ebuchet MS"/>
              <a:ea typeface="MS PGothic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3" hidden="1"/>
          <p:cNvSpPr/>
          <p:nvPr/>
        </p:nvSpPr>
        <p:spPr>
          <a:xfrm>
            <a:off x="16248600" y="9690120"/>
            <a:ext cx="53352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762120">
              <a:lnSpc>
                <a:spcPct val="100000"/>
              </a:lnSpc>
            </a:pPr>
            <a:fld id="{B25595FC-4A77-43B4-BDB2-9FC2C1D917C0}" type="slidenum">
              <a:rPr b="0" lang="en-US" sz="1200" strike="noStrike" u="none" cap="all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1</a:t>
            </a:fld>
            <a:r>
              <a:rPr b="0" lang="en-US" sz="1200" strike="noStrike" u="none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Picture 17" descr=""/>
          <p:cNvPicPr/>
          <p:nvPr/>
        </p:nvPicPr>
        <p:blipFill>
          <a:blip r:embed="rId2"/>
          <a:stretch/>
        </p:blipFill>
        <p:spPr>
          <a:xfrm>
            <a:off x="17147160" y="9691200"/>
            <a:ext cx="791640" cy="39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Picture 7" descr=""/>
          <p:cNvPicPr/>
          <p:nvPr/>
        </p:nvPicPr>
        <p:blipFill>
          <a:blip r:embed="rId3"/>
          <a:srcRect l="17740" t="16203" r="9585" b="11122"/>
          <a:stretch/>
        </p:blipFill>
        <p:spPr>
          <a:xfrm>
            <a:off x="0" y="0"/>
            <a:ext cx="18286560" cy="1028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Picture 9" descr="A picture containing text&#10;&#10;Description automatically generated"/>
          <p:cNvPicPr/>
          <p:nvPr/>
        </p:nvPicPr>
        <p:blipFill>
          <a:blip r:embed="rId4"/>
          <a:stretch/>
        </p:blipFill>
        <p:spPr>
          <a:xfrm>
            <a:off x="945720" y="3160800"/>
            <a:ext cx="2667960" cy="216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143000" y="6705720"/>
            <a:ext cx="9691200" cy="1636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trike="noStrike" u="none" cap="all">
                <a:solidFill>
                  <a:schemeClr val="lt1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7760" cy="596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29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Second Outline Level</a:t>
            </a:r>
            <a:endParaRPr b="0" lang="en-US" sz="182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34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Third Outline Level</a:t>
            </a:r>
            <a:endParaRPr b="0" lang="en-US" sz="3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34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Fourth Outline Level</a:t>
            </a:r>
            <a:endParaRPr b="0" lang="en-US" sz="3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lternate Layou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3"/>
          <p:cNvSpPr/>
          <p:nvPr/>
        </p:nvSpPr>
        <p:spPr>
          <a:xfrm>
            <a:off x="16248600" y="9690120"/>
            <a:ext cx="53352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762120">
              <a:lnSpc>
                <a:spcPct val="100000"/>
              </a:lnSpc>
            </a:pPr>
            <a:fld id="{CE8224E7-6ACE-4625-A0AF-3DD6598D1318}" type="slidenum">
              <a:rPr b="0" lang="en-US" sz="1200" strike="noStrike" u="none" cap="all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1</a:t>
            </a:fld>
            <a:r>
              <a:rPr b="0" lang="en-US" sz="1200" strike="noStrike" u="none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17" descr=""/>
          <p:cNvPicPr/>
          <p:nvPr/>
        </p:nvPicPr>
        <p:blipFill>
          <a:blip r:embed="rId2"/>
          <a:stretch/>
        </p:blipFill>
        <p:spPr>
          <a:xfrm>
            <a:off x="17147160" y="9691200"/>
            <a:ext cx="7916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05920" y="2997720"/>
            <a:ext cx="9066240" cy="1029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trike="noStrike" u="none" cap="all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8305920" y="4861440"/>
            <a:ext cx="9051120" cy="4193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833"/>
              </a:spcBef>
              <a:spcAft>
                <a:spcPts val="833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indent="0">
              <a:lnSpc>
                <a:spcPct val="90000"/>
              </a:lnSpc>
              <a:spcBef>
                <a:spcPts val="833"/>
              </a:spcBef>
              <a:spcAft>
                <a:spcPts val="833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Second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5120" indent="0">
              <a:lnSpc>
                <a:spcPct val="90000"/>
              </a:lnSpc>
              <a:spcBef>
                <a:spcPts val="833"/>
              </a:spcBef>
              <a:spcAft>
                <a:spcPts val="833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Third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8305920" y="3947040"/>
            <a:ext cx="9066240" cy="87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lt2"/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3"/>
          <p:cNvSpPr/>
          <p:nvPr/>
        </p:nvSpPr>
        <p:spPr>
          <a:xfrm>
            <a:off x="16059960" y="9499680"/>
            <a:ext cx="2226600" cy="7858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76212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ebuchet MS"/>
              <a:ea typeface="MS PGothic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3"/>
          <p:cNvSpPr/>
          <p:nvPr/>
        </p:nvSpPr>
        <p:spPr>
          <a:xfrm>
            <a:off x="16248600" y="9690120"/>
            <a:ext cx="53352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762120">
              <a:lnSpc>
                <a:spcPct val="100000"/>
              </a:lnSpc>
            </a:pPr>
            <a:fld id="{9E9C8D51-68C7-441F-B4AA-9D01621DAFE3}" type="slidenum">
              <a:rPr b="0" lang="en-US" sz="1200" strike="noStrike" u="none" cap="all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1</a:t>
            </a:fld>
            <a:r>
              <a:rPr b="0" lang="en-US" sz="1200" strike="noStrike" u="none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17" descr=""/>
          <p:cNvPicPr/>
          <p:nvPr/>
        </p:nvPicPr>
        <p:blipFill>
          <a:blip r:embed="rId2"/>
          <a:stretch/>
        </p:blipFill>
        <p:spPr>
          <a:xfrm>
            <a:off x="17147160" y="9691200"/>
            <a:ext cx="791640" cy="39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3" descr="A close up of a logo&#10;&#10;Description automatically generated"/>
          <p:cNvPicPr/>
          <p:nvPr/>
        </p:nvPicPr>
        <p:blipFill>
          <a:blip r:embed="rId3"/>
          <a:srcRect l="65934" t="57132" r="5662" b="17299"/>
          <a:stretch/>
        </p:blipFill>
        <p:spPr>
          <a:xfrm>
            <a:off x="0" y="0"/>
            <a:ext cx="18286560" cy="1028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760" cy="171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7760" cy="596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29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Second Outline Level</a:t>
            </a:r>
            <a:endParaRPr b="0" lang="en-US" sz="182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34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Third Outline Level</a:t>
            </a:r>
            <a:endParaRPr b="0" lang="en-US" sz="3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34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Fourth Outline Level</a:t>
            </a:r>
            <a:endParaRPr b="0" lang="en-US" sz="3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3"/>
          <p:cNvSpPr/>
          <p:nvPr/>
        </p:nvSpPr>
        <p:spPr>
          <a:xfrm>
            <a:off x="16248600" y="9690120"/>
            <a:ext cx="53352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762120">
              <a:lnSpc>
                <a:spcPct val="100000"/>
              </a:lnSpc>
            </a:pPr>
            <a:fld id="{B4A7304B-7D46-47B3-AC99-80CD4DF69210}" type="slidenum">
              <a:rPr b="0" lang="en-US" sz="1200" strike="noStrike" u="none" cap="all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1</a:t>
            </a:fld>
            <a:r>
              <a:rPr b="0" lang="en-US" sz="1200" strike="noStrike" u="none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17" descr=""/>
          <p:cNvPicPr/>
          <p:nvPr/>
        </p:nvPicPr>
        <p:blipFill>
          <a:blip r:embed="rId2"/>
          <a:stretch/>
        </p:blipFill>
        <p:spPr>
          <a:xfrm>
            <a:off x="17147160" y="9691200"/>
            <a:ext cx="7916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Rectangle 3"/>
          <p:cNvSpPr/>
          <p:nvPr/>
        </p:nvSpPr>
        <p:spPr>
          <a:xfrm>
            <a:off x="0" y="0"/>
            <a:ext cx="18286560" cy="102855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76212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ebuchet MS"/>
              <a:ea typeface="MS PGothic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0520" y="868680"/>
            <a:ext cx="16625520" cy="98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trike="noStrike" u="none" cap="all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7760" cy="596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29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Second Outline Level</a:t>
            </a:r>
            <a:endParaRPr b="0" lang="en-US" sz="182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34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Third Outline Level</a:t>
            </a:r>
            <a:endParaRPr b="0" lang="en-US" sz="3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34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Fourth Outline Level</a:t>
            </a:r>
            <a:endParaRPr b="0" lang="en-US" sz="3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/ Segu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3"/>
          <p:cNvSpPr/>
          <p:nvPr/>
        </p:nvSpPr>
        <p:spPr>
          <a:xfrm>
            <a:off x="16248600" y="9690120"/>
            <a:ext cx="53352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762120">
              <a:lnSpc>
                <a:spcPct val="100000"/>
              </a:lnSpc>
            </a:pPr>
            <a:fld id="{D5248449-C4CE-41CC-8DC5-CAFCC6A0AE5C}" type="slidenum">
              <a:rPr b="0" lang="en-US" sz="1200" strike="noStrike" u="none" cap="all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1</a:t>
            </a:fld>
            <a:r>
              <a:rPr b="0" lang="en-US" sz="1200" strike="noStrike" u="none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17" descr=""/>
          <p:cNvPicPr/>
          <p:nvPr/>
        </p:nvPicPr>
        <p:blipFill>
          <a:blip r:embed="rId2"/>
          <a:stretch/>
        </p:blipFill>
        <p:spPr>
          <a:xfrm>
            <a:off x="17147160" y="9691200"/>
            <a:ext cx="791640" cy="39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Picture 3" descr=""/>
          <p:cNvPicPr/>
          <p:nvPr/>
        </p:nvPicPr>
        <p:blipFill>
          <a:blip r:embed="rId3"/>
          <a:srcRect l="11633" t="49975" r="51852" b="17156"/>
          <a:stretch/>
        </p:blipFill>
        <p:spPr>
          <a:xfrm>
            <a:off x="0" y="0"/>
            <a:ext cx="18286560" cy="1028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290440" y="7040880"/>
            <a:ext cx="8959680" cy="2288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800" strike="noStrike" u="none" cap="all">
                <a:solidFill>
                  <a:schemeClr val="lt1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5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7760" cy="596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29" strike="noStrike" u="none">
                <a:solidFill>
                  <a:schemeClr val="accent4"/>
                </a:solidFill>
                <a:effectLst/>
                <a:uFillTx/>
                <a:latin typeface="Trebuchet MS"/>
              </a:rPr>
              <a:t>Second Outline Level</a:t>
            </a:r>
            <a:endParaRPr b="0" lang="en-US" sz="182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34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Third Outline Level</a:t>
            </a:r>
            <a:endParaRPr b="0" lang="en-US" sz="3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34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Fourth Outline Level</a:t>
            </a:r>
            <a:endParaRPr b="0" lang="en-US" sz="3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bargo Layou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3"/>
          <p:cNvSpPr/>
          <p:nvPr/>
        </p:nvSpPr>
        <p:spPr>
          <a:xfrm>
            <a:off x="16248600" y="9690120"/>
            <a:ext cx="53352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762120">
              <a:lnSpc>
                <a:spcPct val="100000"/>
              </a:lnSpc>
            </a:pPr>
            <a:fld id="{B01C7B54-3567-42B0-AFE7-DA2B2D32AF36}" type="slidenum">
              <a:rPr b="0" lang="en-US" sz="1200" strike="noStrike" u="none" cap="all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1</a:t>
            </a:fld>
            <a:r>
              <a:rPr b="0" lang="en-US" sz="1200" strike="noStrike" u="none">
                <a:solidFill>
                  <a:schemeClr val="accent5"/>
                </a:solidFill>
                <a:effectLst/>
                <a:uFillTx/>
                <a:latin typeface="Trebuchet MS"/>
                <a:ea typeface="MS P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Picture 17" descr=""/>
          <p:cNvPicPr/>
          <p:nvPr/>
        </p:nvPicPr>
        <p:blipFill>
          <a:blip r:embed="rId2"/>
          <a:stretch/>
        </p:blipFill>
        <p:spPr>
          <a:xfrm>
            <a:off x="17147160" y="9691200"/>
            <a:ext cx="791640" cy="395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3" name="Group 7"/>
          <p:cNvGrpSpPr/>
          <p:nvPr/>
        </p:nvGrpSpPr>
        <p:grpSpPr>
          <a:xfrm>
            <a:off x="-2212200" y="-672120"/>
            <a:ext cx="22709520" cy="11636280"/>
            <a:chOff x="-2212200" y="-672120"/>
            <a:chExt cx="22709520" cy="11636280"/>
          </a:xfrm>
        </p:grpSpPr>
        <p:sp>
          <p:nvSpPr>
            <p:cNvPr id="94" name="Rectangle 8"/>
            <p:cNvSpPr/>
            <p:nvPr/>
          </p:nvSpPr>
          <p:spPr>
            <a:xfrm>
              <a:off x="0" y="0"/>
              <a:ext cx="18286560" cy="10285560"/>
            </a:xfrm>
            <a:prstGeom prst="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Trebuchet MS"/>
                <a:ea typeface="MS PGothic"/>
              </a:endParaRPr>
            </a:p>
          </p:txBody>
        </p:sp>
        <p:sp>
          <p:nvSpPr>
            <p:cNvPr id="95" name="Freeform 16"/>
            <p:cNvSpPr/>
            <p:nvPr/>
          </p:nvSpPr>
          <p:spPr>
            <a:xfrm>
              <a:off x="43776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96" name="Freeform 16"/>
            <p:cNvSpPr/>
            <p:nvPr/>
          </p:nvSpPr>
          <p:spPr>
            <a:xfrm>
              <a:off x="102780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97" name="Freeform 16"/>
            <p:cNvSpPr/>
            <p:nvPr/>
          </p:nvSpPr>
          <p:spPr>
            <a:xfrm>
              <a:off x="161748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98" name="Freeform 16"/>
            <p:cNvSpPr/>
            <p:nvPr/>
          </p:nvSpPr>
          <p:spPr>
            <a:xfrm>
              <a:off x="220752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99" name="Freeform 16"/>
            <p:cNvSpPr/>
            <p:nvPr/>
          </p:nvSpPr>
          <p:spPr>
            <a:xfrm>
              <a:off x="279720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00" name="Freeform 16"/>
            <p:cNvSpPr/>
            <p:nvPr/>
          </p:nvSpPr>
          <p:spPr>
            <a:xfrm>
              <a:off x="338688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01" name="Freeform 16"/>
            <p:cNvSpPr/>
            <p:nvPr/>
          </p:nvSpPr>
          <p:spPr>
            <a:xfrm>
              <a:off x="397692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02" name="Freeform 16"/>
            <p:cNvSpPr/>
            <p:nvPr/>
          </p:nvSpPr>
          <p:spPr>
            <a:xfrm>
              <a:off x="456660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03" name="Freeform 16"/>
            <p:cNvSpPr/>
            <p:nvPr/>
          </p:nvSpPr>
          <p:spPr>
            <a:xfrm>
              <a:off x="515664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04" name="Freeform 16"/>
            <p:cNvSpPr/>
            <p:nvPr/>
          </p:nvSpPr>
          <p:spPr>
            <a:xfrm>
              <a:off x="574632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05" name="Freeform 16"/>
            <p:cNvSpPr/>
            <p:nvPr/>
          </p:nvSpPr>
          <p:spPr>
            <a:xfrm>
              <a:off x="633636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06" name="Freeform 16"/>
            <p:cNvSpPr/>
            <p:nvPr/>
          </p:nvSpPr>
          <p:spPr>
            <a:xfrm>
              <a:off x="692604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07" name="Freeform 16"/>
            <p:cNvSpPr/>
            <p:nvPr/>
          </p:nvSpPr>
          <p:spPr>
            <a:xfrm>
              <a:off x="751608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08" name="Freeform 16"/>
            <p:cNvSpPr/>
            <p:nvPr/>
          </p:nvSpPr>
          <p:spPr>
            <a:xfrm>
              <a:off x="810576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09" name="Freeform 16"/>
            <p:cNvSpPr/>
            <p:nvPr/>
          </p:nvSpPr>
          <p:spPr>
            <a:xfrm>
              <a:off x="869580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10" name="Freeform 16"/>
            <p:cNvSpPr/>
            <p:nvPr/>
          </p:nvSpPr>
          <p:spPr>
            <a:xfrm>
              <a:off x="928548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11" name="Freeform 16"/>
            <p:cNvSpPr/>
            <p:nvPr/>
          </p:nvSpPr>
          <p:spPr>
            <a:xfrm>
              <a:off x="987516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12" name="Freeform 16"/>
            <p:cNvSpPr/>
            <p:nvPr/>
          </p:nvSpPr>
          <p:spPr>
            <a:xfrm>
              <a:off x="1046520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13" name="Freeform 16"/>
            <p:cNvSpPr/>
            <p:nvPr/>
          </p:nvSpPr>
          <p:spPr>
            <a:xfrm>
              <a:off x="1105488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14" name="Freeform 16"/>
            <p:cNvSpPr/>
            <p:nvPr/>
          </p:nvSpPr>
          <p:spPr>
            <a:xfrm>
              <a:off x="1164492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15" name="Freeform 16"/>
            <p:cNvSpPr/>
            <p:nvPr/>
          </p:nvSpPr>
          <p:spPr>
            <a:xfrm>
              <a:off x="1223460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16" name="Freeform 16"/>
            <p:cNvSpPr/>
            <p:nvPr/>
          </p:nvSpPr>
          <p:spPr>
            <a:xfrm>
              <a:off x="1282464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17" name="Freeform 16"/>
            <p:cNvSpPr/>
            <p:nvPr/>
          </p:nvSpPr>
          <p:spPr>
            <a:xfrm>
              <a:off x="1341432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18" name="Freeform 16"/>
            <p:cNvSpPr/>
            <p:nvPr/>
          </p:nvSpPr>
          <p:spPr>
            <a:xfrm>
              <a:off x="1400436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19" name="Freeform 16"/>
            <p:cNvSpPr/>
            <p:nvPr/>
          </p:nvSpPr>
          <p:spPr>
            <a:xfrm>
              <a:off x="1459404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20" name="Freeform 16"/>
            <p:cNvSpPr/>
            <p:nvPr/>
          </p:nvSpPr>
          <p:spPr>
            <a:xfrm>
              <a:off x="1518408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21" name="Freeform 16"/>
            <p:cNvSpPr/>
            <p:nvPr/>
          </p:nvSpPr>
          <p:spPr>
            <a:xfrm>
              <a:off x="1577376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22" name="Freeform 16"/>
            <p:cNvSpPr/>
            <p:nvPr/>
          </p:nvSpPr>
          <p:spPr>
            <a:xfrm>
              <a:off x="1636344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23" name="Freeform 16"/>
            <p:cNvSpPr/>
            <p:nvPr/>
          </p:nvSpPr>
          <p:spPr>
            <a:xfrm>
              <a:off x="1695348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24" name="Freeform 16"/>
            <p:cNvSpPr/>
            <p:nvPr/>
          </p:nvSpPr>
          <p:spPr>
            <a:xfrm>
              <a:off x="1754316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25" name="Freeform 16"/>
            <p:cNvSpPr/>
            <p:nvPr/>
          </p:nvSpPr>
          <p:spPr>
            <a:xfrm>
              <a:off x="1813320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26" name="Freeform 16"/>
            <p:cNvSpPr/>
            <p:nvPr/>
          </p:nvSpPr>
          <p:spPr>
            <a:xfrm>
              <a:off x="-151920" y="-687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27" name="Freeform 16"/>
            <p:cNvSpPr/>
            <p:nvPr/>
          </p:nvSpPr>
          <p:spPr>
            <a:xfrm>
              <a:off x="43776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28" name="Freeform 16"/>
            <p:cNvSpPr/>
            <p:nvPr/>
          </p:nvSpPr>
          <p:spPr>
            <a:xfrm>
              <a:off x="102780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29" name="Freeform 16"/>
            <p:cNvSpPr/>
            <p:nvPr/>
          </p:nvSpPr>
          <p:spPr>
            <a:xfrm>
              <a:off x="161748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30" name="Freeform 16"/>
            <p:cNvSpPr/>
            <p:nvPr/>
          </p:nvSpPr>
          <p:spPr>
            <a:xfrm>
              <a:off x="220752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31" name="Freeform 16"/>
            <p:cNvSpPr/>
            <p:nvPr/>
          </p:nvSpPr>
          <p:spPr>
            <a:xfrm>
              <a:off x="279720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32" name="Freeform 16"/>
            <p:cNvSpPr/>
            <p:nvPr/>
          </p:nvSpPr>
          <p:spPr>
            <a:xfrm>
              <a:off x="338688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33" name="Freeform 16"/>
            <p:cNvSpPr/>
            <p:nvPr/>
          </p:nvSpPr>
          <p:spPr>
            <a:xfrm>
              <a:off x="397692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34" name="Freeform 16"/>
            <p:cNvSpPr/>
            <p:nvPr/>
          </p:nvSpPr>
          <p:spPr>
            <a:xfrm>
              <a:off x="456660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35" name="Freeform 16"/>
            <p:cNvSpPr/>
            <p:nvPr/>
          </p:nvSpPr>
          <p:spPr>
            <a:xfrm>
              <a:off x="515664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36" name="Freeform 16"/>
            <p:cNvSpPr/>
            <p:nvPr/>
          </p:nvSpPr>
          <p:spPr>
            <a:xfrm>
              <a:off x="574632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37" name="Freeform 16"/>
            <p:cNvSpPr/>
            <p:nvPr/>
          </p:nvSpPr>
          <p:spPr>
            <a:xfrm>
              <a:off x="633636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38" name="Freeform 16"/>
            <p:cNvSpPr/>
            <p:nvPr/>
          </p:nvSpPr>
          <p:spPr>
            <a:xfrm>
              <a:off x="692604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39" name="Freeform 16"/>
            <p:cNvSpPr/>
            <p:nvPr/>
          </p:nvSpPr>
          <p:spPr>
            <a:xfrm>
              <a:off x="751608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40" name="Freeform 16"/>
            <p:cNvSpPr/>
            <p:nvPr/>
          </p:nvSpPr>
          <p:spPr>
            <a:xfrm>
              <a:off x="810576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41" name="Freeform 16"/>
            <p:cNvSpPr/>
            <p:nvPr/>
          </p:nvSpPr>
          <p:spPr>
            <a:xfrm>
              <a:off x="869580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42" name="Freeform 16"/>
            <p:cNvSpPr/>
            <p:nvPr/>
          </p:nvSpPr>
          <p:spPr>
            <a:xfrm>
              <a:off x="928548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43" name="Freeform 16"/>
            <p:cNvSpPr/>
            <p:nvPr/>
          </p:nvSpPr>
          <p:spPr>
            <a:xfrm>
              <a:off x="987516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44" name="Freeform 16"/>
            <p:cNvSpPr/>
            <p:nvPr/>
          </p:nvSpPr>
          <p:spPr>
            <a:xfrm>
              <a:off x="1046520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45" name="Freeform 16"/>
            <p:cNvSpPr/>
            <p:nvPr/>
          </p:nvSpPr>
          <p:spPr>
            <a:xfrm>
              <a:off x="1105488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46" name="Freeform 16"/>
            <p:cNvSpPr/>
            <p:nvPr/>
          </p:nvSpPr>
          <p:spPr>
            <a:xfrm>
              <a:off x="1164492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47" name="Freeform 16"/>
            <p:cNvSpPr/>
            <p:nvPr/>
          </p:nvSpPr>
          <p:spPr>
            <a:xfrm>
              <a:off x="1223460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48" name="Freeform 16"/>
            <p:cNvSpPr/>
            <p:nvPr/>
          </p:nvSpPr>
          <p:spPr>
            <a:xfrm>
              <a:off x="1282464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49" name="Freeform 16"/>
            <p:cNvSpPr/>
            <p:nvPr/>
          </p:nvSpPr>
          <p:spPr>
            <a:xfrm>
              <a:off x="1341432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50" name="Freeform 16"/>
            <p:cNvSpPr/>
            <p:nvPr/>
          </p:nvSpPr>
          <p:spPr>
            <a:xfrm>
              <a:off x="1400436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51" name="Freeform 16"/>
            <p:cNvSpPr/>
            <p:nvPr/>
          </p:nvSpPr>
          <p:spPr>
            <a:xfrm>
              <a:off x="1459404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52" name="Freeform 16"/>
            <p:cNvSpPr/>
            <p:nvPr/>
          </p:nvSpPr>
          <p:spPr>
            <a:xfrm>
              <a:off x="1518408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53" name="Freeform 16"/>
            <p:cNvSpPr/>
            <p:nvPr/>
          </p:nvSpPr>
          <p:spPr>
            <a:xfrm>
              <a:off x="1577376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54" name="Freeform 16"/>
            <p:cNvSpPr/>
            <p:nvPr/>
          </p:nvSpPr>
          <p:spPr>
            <a:xfrm>
              <a:off x="1636344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55" name="Freeform 16"/>
            <p:cNvSpPr/>
            <p:nvPr/>
          </p:nvSpPr>
          <p:spPr>
            <a:xfrm>
              <a:off x="1695348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56" name="Freeform 16"/>
            <p:cNvSpPr/>
            <p:nvPr/>
          </p:nvSpPr>
          <p:spPr>
            <a:xfrm>
              <a:off x="1754316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57" name="Freeform 16"/>
            <p:cNvSpPr/>
            <p:nvPr/>
          </p:nvSpPr>
          <p:spPr>
            <a:xfrm>
              <a:off x="1813320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58" name="Freeform 16"/>
            <p:cNvSpPr/>
            <p:nvPr/>
          </p:nvSpPr>
          <p:spPr>
            <a:xfrm>
              <a:off x="-151920" y="127116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59" name="Freeform 16"/>
            <p:cNvSpPr/>
            <p:nvPr/>
          </p:nvSpPr>
          <p:spPr>
            <a:xfrm>
              <a:off x="43776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60" name="Freeform 16"/>
            <p:cNvSpPr/>
            <p:nvPr/>
          </p:nvSpPr>
          <p:spPr>
            <a:xfrm>
              <a:off x="102780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61" name="Freeform 16"/>
            <p:cNvSpPr/>
            <p:nvPr/>
          </p:nvSpPr>
          <p:spPr>
            <a:xfrm>
              <a:off x="161748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62" name="Freeform 16"/>
            <p:cNvSpPr/>
            <p:nvPr/>
          </p:nvSpPr>
          <p:spPr>
            <a:xfrm>
              <a:off x="220752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63" name="Freeform 16"/>
            <p:cNvSpPr/>
            <p:nvPr/>
          </p:nvSpPr>
          <p:spPr>
            <a:xfrm>
              <a:off x="279720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64" name="Freeform 16"/>
            <p:cNvSpPr/>
            <p:nvPr/>
          </p:nvSpPr>
          <p:spPr>
            <a:xfrm>
              <a:off x="338688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65" name="Freeform 16"/>
            <p:cNvSpPr/>
            <p:nvPr/>
          </p:nvSpPr>
          <p:spPr>
            <a:xfrm>
              <a:off x="397692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66" name="Freeform 16"/>
            <p:cNvSpPr/>
            <p:nvPr/>
          </p:nvSpPr>
          <p:spPr>
            <a:xfrm>
              <a:off x="456660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67" name="Freeform 16"/>
            <p:cNvSpPr/>
            <p:nvPr/>
          </p:nvSpPr>
          <p:spPr>
            <a:xfrm>
              <a:off x="515664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68" name="Freeform 16"/>
            <p:cNvSpPr/>
            <p:nvPr/>
          </p:nvSpPr>
          <p:spPr>
            <a:xfrm>
              <a:off x="574632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69" name="Freeform 16"/>
            <p:cNvSpPr/>
            <p:nvPr/>
          </p:nvSpPr>
          <p:spPr>
            <a:xfrm>
              <a:off x="633636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70" name="Freeform 16"/>
            <p:cNvSpPr/>
            <p:nvPr/>
          </p:nvSpPr>
          <p:spPr>
            <a:xfrm>
              <a:off x="692604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71" name="Freeform 16"/>
            <p:cNvSpPr/>
            <p:nvPr/>
          </p:nvSpPr>
          <p:spPr>
            <a:xfrm>
              <a:off x="751608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72" name="Freeform 16"/>
            <p:cNvSpPr/>
            <p:nvPr/>
          </p:nvSpPr>
          <p:spPr>
            <a:xfrm>
              <a:off x="810576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73" name="Freeform 16"/>
            <p:cNvSpPr/>
            <p:nvPr/>
          </p:nvSpPr>
          <p:spPr>
            <a:xfrm>
              <a:off x="869580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74" name="Freeform 16"/>
            <p:cNvSpPr/>
            <p:nvPr/>
          </p:nvSpPr>
          <p:spPr>
            <a:xfrm>
              <a:off x="928548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75" name="Freeform 16"/>
            <p:cNvSpPr/>
            <p:nvPr/>
          </p:nvSpPr>
          <p:spPr>
            <a:xfrm>
              <a:off x="987516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76" name="Freeform 16"/>
            <p:cNvSpPr/>
            <p:nvPr/>
          </p:nvSpPr>
          <p:spPr>
            <a:xfrm>
              <a:off x="1046520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77" name="Freeform 16"/>
            <p:cNvSpPr/>
            <p:nvPr/>
          </p:nvSpPr>
          <p:spPr>
            <a:xfrm>
              <a:off x="1105488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78" name="Freeform 16"/>
            <p:cNvSpPr/>
            <p:nvPr/>
          </p:nvSpPr>
          <p:spPr>
            <a:xfrm>
              <a:off x="1164492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79" name="Freeform 16"/>
            <p:cNvSpPr/>
            <p:nvPr/>
          </p:nvSpPr>
          <p:spPr>
            <a:xfrm>
              <a:off x="1223460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80" name="Freeform 16"/>
            <p:cNvSpPr/>
            <p:nvPr/>
          </p:nvSpPr>
          <p:spPr>
            <a:xfrm>
              <a:off x="1282464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81" name="Freeform 16"/>
            <p:cNvSpPr/>
            <p:nvPr/>
          </p:nvSpPr>
          <p:spPr>
            <a:xfrm>
              <a:off x="1341432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82" name="Freeform 16"/>
            <p:cNvSpPr/>
            <p:nvPr/>
          </p:nvSpPr>
          <p:spPr>
            <a:xfrm>
              <a:off x="1400436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83" name="Freeform 16"/>
            <p:cNvSpPr/>
            <p:nvPr/>
          </p:nvSpPr>
          <p:spPr>
            <a:xfrm>
              <a:off x="1459404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84" name="Freeform 16"/>
            <p:cNvSpPr/>
            <p:nvPr/>
          </p:nvSpPr>
          <p:spPr>
            <a:xfrm>
              <a:off x="1518408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85" name="Freeform 16"/>
            <p:cNvSpPr/>
            <p:nvPr/>
          </p:nvSpPr>
          <p:spPr>
            <a:xfrm>
              <a:off x="1577376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86" name="Freeform 16"/>
            <p:cNvSpPr/>
            <p:nvPr/>
          </p:nvSpPr>
          <p:spPr>
            <a:xfrm>
              <a:off x="1636344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87" name="Freeform 16"/>
            <p:cNvSpPr/>
            <p:nvPr/>
          </p:nvSpPr>
          <p:spPr>
            <a:xfrm>
              <a:off x="1695348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88" name="Freeform 16"/>
            <p:cNvSpPr/>
            <p:nvPr/>
          </p:nvSpPr>
          <p:spPr>
            <a:xfrm>
              <a:off x="1754316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89" name="Freeform 16"/>
            <p:cNvSpPr/>
            <p:nvPr/>
          </p:nvSpPr>
          <p:spPr>
            <a:xfrm>
              <a:off x="1813320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90" name="Freeform 16"/>
            <p:cNvSpPr/>
            <p:nvPr/>
          </p:nvSpPr>
          <p:spPr>
            <a:xfrm>
              <a:off x="-151920" y="26114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91" name="Freeform 16"/>
            <p:cNvSpPr/>
            <p:nvPr/>
          </p:nvSpPr>
          <p:spPr>
            <a:xfrm>
              <a:off x="43776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92" name="Freeform 16"/>
            <p:cNvSpPr/>
            <p:nvPr/>
          </p:nvSpPr>
          <p:spPr>
            <a:xfrm>
              <a:off x="102780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93" name="Freeform 16"/>
            <p:cNvSpPr/>
            <p:nvPr/>
          </p:nvSpPr>
          <p:spPr>
            <a:xfrm>
              <a:off x="161748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94" name="Freeform 16"/>
            <p:cNvSpPr/>
            <p:nvPr/>
          </p:nvSpPr>
          <p:spPr>
            <a:xfrm>
              <a:off x="220752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95" name="Freeform 16"/>
            <p:cNvSpPr/>
            <p:nvPr/>
          </p:nvSpPr>
          <p:spPr>
            <a:xfrm>
              <a:off x="279720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96" name="Freeform 16"/>
            <p:cNvSpPr/>
            <p:nvPr/>
          </p:nvSpPr>
          <p:spPr>
            <a:xfrm>
              <a:off x="338688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97" name="Freeform 16"/>
            <p:cNvSpPr/>
            <p:nvPr/>
          </p:nvSpPr>
          <p:spPr>
            <a:xfrm>
              <a:off x="397692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98" name="Freeform 16"/>
            <p:cNvSpPr/>
            <p:nvPr/>
          </p:nvSpPr>
          <p:spPr>
            <a:xfrm>
              <a:off x="456660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199" name="Freeform 16"/>
            <p:cNvSpPr/>
            <p:nvPr/>
          </p:nvSpPr>
          <p:spPr>
            <a:xfrm>
              <a:off x="515664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00" name="Freeform 16"/>
            <p:cNvSpPr/>
            <p:nvPr/>
          </p:nvSpPr>
          <p:spPr>
            <a:xfrm>
              <a:off x="574632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01" name="Freeform 16"/>
            <p:cNvSpPr/>
            <p:nvPr/>
          </p:nvSpPr>
          <p:spPr>
            <a:xfrm>
              <a:off x="633636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02" name="Freeform 16"/>
            <p:cNvSpPr/>
            <p:nvPr/>
          </p:nvSpPr>
          <p:spPr>
            <a:xfrm>
              <a:off x="692604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03" name="Freeform 16"/>
            <p:cNvSpPr/>
            <p:nvPr/>
          </p:nvSpPr>
          <p:spPr>
            <a:xfrm>
              <a:off x="751608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04" name="Freeform 16"/>
            <p:cNvSpPr/>
            <p:nvPr/>
          </p:nvSpPr>
          <p:spPr>
            <a:xfrm>
              <a:off x="810576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05" name="Freeform 16"/>
            <p:cNvSpPr/>
            <p:nvPr/>
          </p:nvSpPr>
          <p:spPr>
            <a:xfrm>
              <a:off x="869580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06" name="Freeform 16"/>
            <p:cNvSpPr/>
            <p:nvPr/>
          </p:nvSpPr>
          <p:spPr>
            <a:xfrm>
              <a:off x="928548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07" name="Freeform 16"/>
            <p:cNvSpPr/>
            <p:nvPr/>
          </p:nvSpPr>
          <p:spPr>
            <a:xfrm>
              <a:off x="987516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08" name="Freeform 16"/>
            <p:cNvSpPr/>
            <p:nvPr/>
          </p:nvSpPr>
          <p:spPr>
            <a:xfrm>
              <a:off x="1046520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09" name="Freeform 16"/>
            <p:cNvSpPr/>
            <p:nvPr/>
          </p:nvSpPr>
          <p:spPr>
            <a:xfrm>
              <a:off x="1105488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10" name="Freeform 16"/>
            <p:cNvSpPr/>
            <p:nvPr/>
          </p:nvSpPr>
          <p:spPr>
            <a:xfrm>
              <a:off x="1164492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11" name="Freeform 16"/>
            <p:cNvSpPr/>
            <p:nvPr/>
          </p:nvSpPr>
          <p:spPr>
            <a:xfrm>
              <a:off x="1223460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12" name="Freeform 16"/>
            <p:cNvSpPr/>
            <p:nvPr/>
          </p:nvSpPr>
          <p:spPr>
            <a:xfrm>
              <a:off x="1282464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13" name="Freeform 16"/>
            <p:cNvSpPr/>
            <p:nvPr/>
          </p:nvSpPr>
          <p:spPr>
            <a:xfrm>
              <a:off x="1341432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14" name="Freeform 16"/>
            <p:cNvSpPr/>
            <p:nvPr/>
          </p:nvSpPr>
          <p:spPr>
            <a:xfrm>
              <a:off x="1400436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15" name="Freeform 16"/>
            <p:cNvSpPr/>
            <p:nvPr/>
          </p:nvSpPr>
          <p:spPr>
            <a:xfrm>
              <a:off x="1459404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16" name="Freeform 16"/>
            <p:cNvSpPr/>
            <p:nvPr/>
          </p:nvSpPr>
          <p:spPr>
            <a:xfrm>
              <a:off x="1518408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17" name="Freeform 16"/>
            <p:cNvSpPr/>
            <p:nvPr/>
          </p:nvSpPr>
          <p:spPr>
            <a:xfrm>
              <a:off x="1577376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18" name="Freeform 16"/>
            <p:cNvSpPr/>
            <p:nvPr/>
          </p:nvSpPr>
          <p:spPr>
            <a:xfrm>
              <a:off x="1636344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19" name="Freeform 16"/>
            <p:cNvSpPr/>
            <p:nvPr/>
          </p:nvSpPr>
          <p:spPr>
            <a:xfrm>
              <a:off x="1695348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20" name="Freeform 16"/>
            <p:cNvSpPr/>
            <p:nvPr/>
          </p:nvSpPr>
          <p:spPr>
            <a:xfrm>
              <a:off x="1754316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21" name="Freeform 16"/>
            <p:cNvSpPr/>
            <p:nvPr/>
          </p:nvSpPr>
          <p:spPr>
            <a:xfrm>
              <a:off x="1813320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22" name="Freeform 16"/>
            <p:cNvSpPr/>
            <p:nvPr/>
          </p:nvSpPr>
          <p:spPr>
            <a:xfrm>
              <a:off x="-151920" y="39517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23" name="Freeform 16"/>
            <p:cNvSpPr/>
            <p:nvPr/>
          </p:nvSpPr>
          <p:spPr>
            <a:xfrm>
              <a:off x="43776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24" name="Freeform 16"/>
            <p:cNvSpPr/>
            <p:nvPr/>
          </p:nvSpPr>
          <p:spPr>
            <a:xfrm>
              <a:off x="102780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25" name="Freeform 16"/>
            <p:cNvSpPr/>
            <p:nvPr/>
          </p:nvSpPr>
          <p:spPr>
            <a:xfrm>
              <a:off x="161748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26" name="Freeform 16"/>
            <p:cNvSpPr/>
            <p:nvPr/>
          </p:nvSpPr>
          <p:spPr>
            <a:xfrm>
              <a:off x="220752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27" name="Freeform 16"/>
            <p:cNvSpPr/>
            <p:nvPr/>
          </p:nvSpPr>
          <p:spPr>
            <a:xfrm>
              <a:off x="279720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28" name="Freeform 16"/>
            <p:cNvSpPr/>
            <p:nvPr/>
          </p:nvSpPr>
          <p:spPr>
            <a:xfrm>
              <a:off x="338688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29" name="Freeform 16"/>
            <p:cNvSpPr/>
            <p:nvPr/>
          </p:nvSpPr>
          <p:spPr>
            <a:xfrm>
              <a:off x="397692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30" name="Freeform 16"/>
            <p:cNvSpPr/>
            <p:nvPr/>
          </p:nvSpPr>
          <p:spPr>
            <a:xfrm>
              <a:off x="456660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31" name="Freeform 16"/>
            <p:cNvSpPr/>
            <p:nvPr/>
          </p:nvSpPr>
          <p:spPr>
            <a:xfrm>
              <a:off x="515664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32" name="Freeform 16"/>
            <p:cNvSpPr/>
            <p:nvPr/>
          </p:nvSpPr>
          <p:spPr>
            <a:xfrm>
              <a:off x="574632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33" name="Freeform 16"/>
            <p:cNvSpPr/>
            <p:nvPr/>
          </p:nvSpPr>
          <p:spPr>
            <a:xfrm>
              <a:off x="633636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34" name="Freeform 16"/>
            <p:cNvSpPr/>
            <p:nvPr/>
          </p:nvSpPr>
          <p:spPr>
            <a:xfrm>
              <a:off x="692604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35" name="Freeform 16"/>
            <p:cNvSpPr/>
            <p:nvPr/>
          </p:nvSpPr>
          <p:spPr>
            <a:xfrm>
              <a:off x="751608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36" name="Freeform 16"/>
            <p:cNvSpPr/>
            <p:nvPr/>
          </p:nvSpPr>
          <p:spPr>
            <a:xfrm>
              <a:off x="810576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37" name="Freeform 16"/>
            <p:cNvSpPr/>
            <p:nvPr/>
          </p:nvSpPr>
          <p:spPr>
            <a:xfrm>
              <a:off x="869580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38" name="Freeform 16"/>
            <p:cNvSpPr/>
            <p:nvPr/>
          </p:nvSpPr>
          <p:spPr>
            <a:xfrm>
              <a:off x="928548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39" name="Freeform 16"/>
            <p:cNvSpPr/>
            <p:nvPr/>
          </p:nvSpPr>
          <p:spPr>
            <a:xfrm>
              <a:off x="987516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40" name="Freeform 16"/>
            <p:cNvSpPr/>
            <p:nvPr/>
          </p:nvSpPr>
          <p:spPr>
            <a:xfrm>
              <a:off x="1046520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41" name="Freeform 16"/>
            <p:cNvSpPr/>
            <p:nvPr/>
          </p:nvSpPr>
          <p:spPr>
            <a:xfrm>
              <a:off x="1105488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42" name="Freeform 16"/>
            <p:cNvSpPr/>
            <p:nvPr/>
          </p:nvSpPr>
          <p:spPr>
            <a:xfrm>
              <a:off x="1164492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43" name="Freeform 16"/>
            <p:cNvSpPr/>
            <p:nvPr/>
          </p:nvSpPr>
          <p:spPr>
            <a:xfrm>
              <a:off x="1223460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44" name="Freeform 16"/>
            <p:cNvSpPr/>
            <p:nvPr/>
          </p:nvSpPr>
          <p:spPr>
            <a:xfrm>
              <a:off x="1282464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45" name="Freeform 16"/>
            <p:cNvSpPr/>
            <p:nvPr/>
          </p:nvSpPr>
          <p:spPr>
            <a:xfrm>
              <a:off x="1341432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46" name="Freeform 16"/>
            <p:cNvSpPr/>
            <p:nvPr/>
          </p:nvSpPr>
          <p:spPr>
            <a:xfrm>
              <a:off x="1400436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47" name="Freeform 16"/>
            <p:cNvSpPr/>
            <p:nvPr/>
          </p:nvSpPr>
          <p:spPr>
            <a:xfrm>
              <a:off x="1459404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48" name="Freeform 16"/>
            <p:cNvSpPr/>
            <p:nvPr/>
          </p:nvSpPr>
          <p:spPr>
            <a:xfrm>
              <a:off x="1518408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49" name="Freeform 16"/>
            <p:cNvSpPr/>
            <p:nvPr/>
          </p:nvSpPr>
          <p:spPr>
            <a:xfrm>
              <a:off x="1577376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50" name="Freeform 16"/>
            <p:cNvSpPr/>
            <p:nvPr/>
          </p:nvSpPr>
          <p:spPr>
            <a:xfrm>
              <a:off x="1636344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51" name="Freeform 16"/>
            <p:cNvSpPr/>
            <p:nvPr/>
          </p:nvSpPr>
          <p:spPr>
            <a:xfrm>
              <a:off x="1695348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52" name="Freeform 16"/>
            <p:cNvSpPr/>
            <p:nvPr/>
          </p:nvSpPr>
          <p:spPr>
            <a:xfrm>
              <a:off x="1754316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53" name="Freeform 16"/>
            <p:cNvSpPr/>
            <p:nvPr/>
          </p:nvSpPr>
          <p:spPr>
            <a:xfrm>
              <a:off x="1813320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54" name="Freeform 16"/>
            <p:cNvSpPr/>
            <p:nvPr/>
          </p:nvSpPr>
          <p:spPr>
            <a:xfrm>
              <a:off x="-151920" y="52916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55" name="Freeform 16"/>
            <p:cNvSpPr/>
            <p:nvPr/>
          </p:nvSpPr>
          <p:spPr>
            <a:xfrm>
              <a:off x="43776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56" name="Freeform 16"/>
            <p:cNvSpPr/>
            <p:nvPr/>
          </p:nvSpPr>
          <p:spPr>
            <a:xfrm>
              <a:off x="102780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57" name="Freeform 16"/>
            <p:cNvSpPr/>
            <p:nvPr/>
          </p:nvSpPr>
          <p:spPr>
            <a:xfrm>
              <a:off x="161748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58" name="Freeform 16"/>
            <p:cNvSpPr/>
            <p:nvPr/>
          </p:nvSpPr>
          <p:spPr>
            <a:xfrm>
              <a:off x="220752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59" name="Freeform 16"/>
            <p:cNvSpPr/>
            <p:nvPr/>
          </p:nvSpPr>
          <p:spPr>
            <a:xfrm>
              <a:off x="279720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60" name="Freeform 16"/>
            <p:cNvSpPr/>
            <p:nvPr/>
          </p:nvSpPr>
          <p:spPr>
            <a:xfrm>
              <a:off x="338688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61" name="Freeform 16"/>
            <p:cNvSpPr/>
            <p:nvPr/>
          </p:nvSpPr>
          <p:spPr>
            <a:xfrm>
              <a:off x="397692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62" name="Freeform 16"/>
            <p:cNvSpPr/>
            <p:nvPr/>
          </p:nvSpPr>
          <p:spPr>
            <a:xfrm>
              <a:off x="456660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63" name="Freeform 16"/>
            <p:cNvSpPr/>
            <p:nvPr/>
          </p:nvSpPr>
          <p:spPr>
            <a:xfrm>
              <a:off x="515664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64" name="Freeform 16"/>
            <p:cNvSpPr/>
            <p:nvPr/>
          </p:nvSpPr>
          <p:spPr>
            <a:xfrm>
              <a:off x="574632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65" name="Freeform 16"/>
            <p:cNvSpPr/>
            <p:nvPr/>
          </p:nvSpPr>
          <p:spPr>
            <a:xfrm>
              <a:off x="633636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66" name="Freeform 16"/>
            <p:cNvSpPr/>
            <p:nvPr/>
          </p:nvSpPr>
          <p:spPr>
            <a:xfrm>
              <a:off x="692604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67" name="Freeform 16"/>
            <p:cNvSpPr/>
            <p:nvPr/>
          </p:nvSpPr>
          <p:spPr>
            <a:xfrm>
              <a:off x="751608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68" name="Freeform 16"/>
            <p:cNvSpPr/>
            <p:nvPr/>
          </p:nvSpPr>
          <p:spPr>
            <a:xfrm>
              <a:off x="810576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69" name="Freeform 16"/>
            <p:cNvSpPr/>
            <p:nvPr/>
          </p:nvSpPr>
          <p:spPr>
            <a:xfrm>
              <a:off x="869580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70" name="Freeform 16"/>
            <p:cNvSpPr/>
            <p:nvPr/>
          </p:nvSpPr>
          <p:spPr>
            <a:xfrm>
              <a:off x="928548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71" name="Freeform 16"/>
            <p:cNvSpPr/>
            <p:nvPr/>
          </p:nvSpPr>
          <p:spPr>
            <a:xfrm>
              <a:off x="987516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72" name="Freeform 16"/>
            <p:cNvSpPr/>
            <p:nvPr/>
          </p:nvSpPr>
          <p:spPr>
            <a:xfrm>
              <a:off x="1046520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73" name="Freeform 16"/>
            <p:cNvSpPr/>
            <p:nvPr/>
          </p:nvSpPr>
          <p:spPr>
            <a:xfrm>
              <a:off x="1105488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74" name="Freeform 16"/>
            <p:cNvSpPr/>
            <p:nvPr/>
          </p:nvSpPr>
          <p:spPr>
            <a:xfrm>
              <a:off x="1164492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75" name="Freeform 16"/>
            <p:cNvSpPr/>
            <p:nvPr/>
          </p:nvSpPr>
          <p:spPr>
            <a:xfrm>
              <a:off x="1223460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76" name="Freeform 16"/>
            <p:cNvSpPr/>
            <p:nvPr/>
          </p:nvSpPr>
          <p:spPr>
            <a:xfrm>
              <a:off x="1282464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77" name="Freeform 16"/>
            <p:cNvSpPr/>
            <p:nvPr/>
          </p:nvSpPr>
          <p:spPr>
            <a:xfrm>
              <a:off x="1341432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78" name="Freeform 16"/>
            <p:cNvSpPr/>
            <p:nvPr/>
          </p:nvSpPr>
          <p:spPr>
            <a:xfrm>
              <a:off x="1400436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79" name="Freeform 16"/>
            <p:cNvSpPr/>
            <p:nvPr/>
          </p:nvSpPr>
          <p:spPr>
            <a:xfrm>
              <a:off x="1459404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80" name="Freeform 16"/>
            <p:cNvSpPr/>
            <p:nvPr/>
          </p:nvSpPr>
          <p:spPr>
            <a:xfrm>
              <a:off x="1518408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81" name="Freeform 16"/>
            <p:cNvSpPr/>
            <p:nvPr/>
          </p:nvSpPr>
          <p:spPr>
            <a:xfrm>
              <a:off x="1577376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82" name="Freeform 16"/>
            <p:cNvSpPr/>
            <p:nvPr/>
          </p:nvSpPr>
          <p:spPr>
            <a:xfrm>
              <a:off x="1636344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83" name="Freeform 16"/>
            <p:cNvSpPr/>
            <p:nvPr/>
          </p:nvSpPr>
          <p:spPr>
            <a:xfrm>
              <a:off x="1695348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84" name="Freeform 16"/>
            <p:cNvSpPr/>
            <p:nvPr/>
          </p:nvSpPr>
          <p:spPr>
            <a:xfrm>
              <a:off x="1754316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85" name="Freeform 16"/>
            <p:cNvSpPr/>
            <p:nvPr/>
          </p:nvSpPr>
          <p:spPr>
            <a:xfrm>
              <a:off x="1813320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86" name="Freeform 16"/>
            <p:cNvSpPr/>
            <p:nvPr/>
          </p:nvSpPr>
          <p:spPr>
            <a:xfrm>
              <a:off x="-151920" y="66319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87" name="Freeform 16"/>
            <p:cNvSpPr/>
            <p:nvPr/>
          </p:nvSpPr>
          <p:spPr>
            <a:xfrm>
              <a:off x="43776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88" name="Freeform 16"/>
            <p:cNvSpPr/>
            <p:nvPr/>
          </p:nvSpPr>
          <p:spPr>
            <a:xfrm>
              <a:off x="102780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89" name="Freeform 16"/>
            <p:cNvSpPr/>
            <p:nvPr/>
          </p:nvSpPr>
          <p:spPr>
            <a:xfrm>
              <a:off x="161748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90" name="Freeform 16"/>
            <p:cNvSpPr/>
            <p:nvPr/>
          </p:nvSpPr>
          <p:spPr>
            <a:xfrm>
              <a:off x="220752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91" name="Freeform 16"/>
            <p:cNvSpPr/>
            <p:nvPr/>
          </p:nvSpPr>
          <p:spPr>
            <a:xfrm>
              <a:off x="279720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92" name="Freeform 16"/>
            <p:cNvSpPr/>
            <p:nvPr/>
          </p:nvSpPr>
          <p:spPr>
            <a:xfrm>
              <a:off x="338688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93" name="Freeform 16"/>
            <p:cNvSpPr/>
            <p:nvPr/>
          </p:nvSpPr>
          <p:spPr>
            <a:xfrm>
              <a:off x="397692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94" name="Freeform 16"/>
            <p:cNvSpPr/>
            <p:nvPr/>
          </p:nvSpPr>
          <p:spPr>
            <a:xfrm>
              <a:off x="456660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95" name="Freeform 16"/>
            <p:cNvSpPr/>
            <p:nvPr/>
          </p:nvSpPr>
          <p:spPr>
            <a:xfrm>
              <a:off x="515664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96" name="Freeform 16"/>
            <p:cNvSpPr/>
            <p:nvPr/>
          </p:nvSpPr>
          <p:spPr>
            <a:xfrm>
              <a:off x="574632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97" name="Freeform 16"/>
            <p:cNvSpPr/>
            <p:nvPr/>
          </p:nvSpPr>
          <p:spPr>
            <a:xfrm>
              <a:off x="633636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98" name="Freeform 16"/>
            <p:cNvSpPr/>
            <p:nvPr/>
          </p:nvSpPr>
          <p:spPr>
            <a:xfrm>
              <a:off x="692604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299" name="Freeform 16"/>
            <p:cNvSpPr/>
            <p:nvPr/>
          </p:nvSpPr>
          <p:spPr>
            <a:xfrm>
              <a:off x="751608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00" name="Freeform 16"/>
            <p:cNvSpPr/>
            <p:nvPr/>
          </p:nvSpPr>
          <p:spPr>
            <a:xfrm>
              <a:off x="810576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01" name="Freeform 16"/>
            <p:cNvSpPr/>
            <p:nvPr/>
          </p:nvSpPr>
          <p:spPr>
            <a:xfrm>
              <a:off x="869580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02" name="Freeform 16"/>
            <p:cNvSpPr/>
            <p:nvPr/>
          </p:nvSpPr>
          <p:spPr>
            <a:xfrm>
              <a:off x="928548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03" name="Freeform 16"/>
            <p:cNvSpPr/>
            <p:nvPr/>
          </p:nvSpPr>
          <p:spPr>
            <a:xfrm>
              <a:off x="987516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04" name="Freeform 16"/>
            <p:cNvSpPr/>
            <p:nvPr/>
          </p:nvSpPr>
          <p:spPr>
            <a:xfrm>
              <a:off x="1046520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05" name="Freeform 16"/>
            <p:cNvSpPr/>
            <p:nvPr/>
          </p:nvSpPr>
          <p:spPr>
            <a:xfrm>
              <a:off x="1105488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06" name="Freeform 16"/>
            <p:cNvSpPr/>
            <p:nvPr/>
          </p:nvSpPr>
          <p:spPr>
            <a:xfrm>
              <a:off x="1164492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07" name="Freeform 16"/>
            <p:cNvSpPr/>
            <p:nvPr/>
          </p:nvSpPr>
          <p:spPr>
            <a:xfrm>
              <a:off x="1223460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08" name="Freeform 16"/>
            <p:cNvSpPr/>
            <p:nvPr/>
          </p:nvSpPr>
          <p:spPr>
            <a:xfrm>
              <a:off x="1282464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09" name="Freeform 16"/>
            <p:cNvSpPr/>
            <p:nvPr/>
          </p:nvSpPr>
          <p:spPr>
            <a:xfrm>
              <a:off x="1341432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10" name="Freeform 16"/>
            <p:cNvSpPr/>
            <p:nvPr/>
          </p:nvSpPr>
          <p:spPr>
            <a:xfrm>
              <a:off x="1400436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11" name="Freeform 16"/>
            <p:cNvSpPr/>
            <p:nvPr/>
          </p:nvSpPr>
          <p:spPr>
            <a:xfrm>
              <a:off x="1459404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12" name="Freeform 16"/>
            <p:cNvSpPr/>
            <p:nvPr/>
          </p:nvSpPr>
          <p:spPr>
            <a:xfrm>
              <a:off x="1518408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13" name="Freeform 16"/>
            <p:cNvSpPr/>
            <p:nvPr/>
          </p:nvSpPr>
          <p:spPr>
            <a:xfrm>
              <a:off x="1577376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14" name="Freeform 16"/>
            <p:cNvSpPr/>
            <p:nvPr/>
          </p:nvSpPr>
          <p:spPr>
            <a:xfrm>
              <a:off x="1636344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15" name="Freeform 16"/>
            <p:cNvSpPr/>
            <p:nvPr/>
          </p:nvSpPr>
          <p:spPr>
            <a:xfrm>
              <a:off x="1695348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16" name="Freeform 16"/>
            <p:cNvSpPr/>
            <p:nvPr/>
          </p:nvSpPr>
          <p:spPr>
            <a:xfrm>
              <a:off x="1754316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17" name="Freeform 16"/>
            <p:cNvSpPr/>
            <p:nvPr/>
          </p:nvSpPr>
          <p:spPr>
            <a:xfrm>
              <a:off x="1813320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18" name="Freeform 16"/>
            <p:cNvSpPr/>
            <p:nvPr/>
          </p:nvSpPr>
          <p:spPr>
            <a:xfrm>
              <a:off x="-151920" y="797184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19" name="Freeform 16"/>
            <p:cNvSpPr/>
            <p:nvPr/>
          </p:nvSpPr>
          <p:spPr>
            <a:xfrm>
              <a:off x="43776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20" name="Freeform 16"/>
            <p:cNvSpPr/>
            <p:nvPr/>
          </p:nvSpPr>
          <p:spPr>
            <a:xfrm>
              <a:off x="102780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21" name="Freeform 16"/>
            <p:cNvSpPr/>
            <p:nvPr/>
          </p:nvSpPr>
          <p:spPr>
            <a:xfrm>
              <a:off x="161748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22" name="Freeform 16"/>
            <p:cNvSpPr/>
            <p:nvPr/>
          </p:nvSpPr>
          <p:spPr>
            <a:xfrm>
              <a:off x="220752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23" name="Freeform 16"/>
            <p:cNvSpPr/>
            <p:nvPr/>
          </p:nvSpPr>
          <p:spPr>
            <a:xfrm>
              <a:off x="279720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24" name="Freeform 16"/>
            <p:cNvSpPr/>
            <p:nvPr/>
          </p:nvSpPr>
          <p:spPr>
            <a:xfrm>
              <a:off x="338688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25" name="Freeform 16"/>
            <p:cNvSpPr/>
            <p:nvPr/>
          </p:nvSpPr>
          <p:spPr>
            <a:xfrm>
              <a:off x="397692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26" name="Freeform 16"/>
            <p:cNvSpPr/>
            <p:nvPr/>
          </p:nvSpPr>
          <p:spPr>
            <a:xfrm>
              <a:off x="456660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27" name="Freeform 16"/>
            <p:cNvSpPr/>
            <p:nvPr/>
          </p:nvSpPr>
          <p:spPr>
            <a:xfrm>
              <a:off x="515664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28" name="Freeform 16"/>
            <p:cNvSpPr/>
            <p:nvPr/>
          </p:nvSpPr>
          <p:spPr>
            <a:xfrm>
              <a:off x="574632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29" name="Freeform 16"/>
            <p:cNvSpPr/>
            <p:nvPr/>
          </p:nvSpPr>
          <p:spPr>
            <a:xfrm>
              <a:off x="633636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30" name="Freeform 16"/>
            <p:cNvSpPr/>
            <p:nvPr/>
          </p:nvSpPr>
          <p:spPr>
            <a:xfrm>
              <a:off x="692604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31" name="Freeform 16"/>
            <p:cNvSpPr/>
            <p:nvPr/>
          </p:nvSpPr>
          <p:spPr>
            <a:xfrm>
              <a:off x="751608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32" name="Freeform 16"/>
            <p:cNvSpPr/>
            <p:nvPr/>
          </p:nvSpPr>
          <p:spPr>
            <a:xfrm>
              <a:off x="810576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33" name="Freeform 16"/>
            <p:cNvSpPr/>
            <p:nvPr/>
          </p:nvSpPr>
          <p:spPr>
            <a:xfrm>
              <a:off x="869580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34" name="Freeform 16"/>
            <p:cNvSpPr/>
            <p:nvPr/>
          </p:nvSpPr>
          <p:spPr>
            <a:xfrm>
              <a:off x="928548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35" name="Freeform 16"/>
            <p:cNvSpPr/>
            <p:nvPr/>
          </p:nvSpPr>
          <p:spPr>
            <a:xfrm>
              <a:off x="987516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36" name="Freeform 16"/>
            <p:cNvSpPr/>
            <p:nvPr/>
          </p:nvSpPr>
          <p:spPr>
            <a:xfrm>
              <a:off x="1046520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37" name="Freeform 16"/>
            <p:cNvSpPr/>
            <p:nvPr/>
          </p:nvSpPr>
          <p:spPr>
            <a:xfrm>
              <a:off x="1105488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38" name="Freeform 16"/>
            <p:cNvSpPr/>
            <p:nvPr/>
          </p:nvSpPr>
          <p:spPr>
            <a:xfrm>
              <a:off x="1164492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39" name="Freeform 16"/>
            <p:cNvSpPr/>
            <p:nvPr/>
          </p:nvSpPr>
          <p:spPr>
            <a:xfrm>
              <a:off x="1223460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40" name="Freeform 16"/>
            <p:cNvSpPr/>
            <p:nvPr/>
          </p:nvSpPr>
          <p:spPr>
            <a:xfrm>
              <a:off x="1282464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41" name="Freeform 16"/>
            <p:cNvSpPr/>
            <p:nvPr/>
          </p:nvSpPr>
          <p:spPr>
            <a:xfrm>
              <a:off x="1341432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42" name="Freeform 16"/>
            <p:cNvSpPr/>
            <p:nvPr/>
          </p:nvSpPr>
          <p:spPr>
            <a:xfrm>
              <a:off x="1400436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43" name="Freeform 16"/>
            <p:cNvSpPr/>
            <p:nvPr/>
          </p:nvSpPr>
          <p:spPr>
            <a:xfrm>
              <a:off x="1459404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44" name="Freeform 16"/>
            <p:cNvSpPr/>
            <p:nvPr/>
          </p:nvSpPr>
          <p:spPr>
            <a:xfrm>
              <a:off x="1518408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45" name="Freeform 16"/>
            <p:cNvSpPr/>
            <p:nvPr/>
          </p:nvSpPr>
          <p:spPr>
            <a:xfrm>
              <a:off x="1577376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46" name="Freeform 16"/>
            <p:cNvSpPr/>
            <p:nvPr/>
          </p:nvSpPr>
          <p:spPr>
            <a:xfrm>
              <a:off x="1636344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47" name="Freeform 16"/>
            <p:cNvSpPr/>
            <p:nvPr/>
          </p:nvSpPr>
          <p:spPr>
            <a:xfrm>
              <a:off x="1695348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48" name="Freeform 16"/>
            <p:cNvSpPr/>
            <p:nvPr/>
          </p:nvSpPr>
          <p:spPr>
            <a:xfrm>
              <a:off x="1754316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49" name="Freeform 16"/>
            <p:cNvSpPr/>
            <p:nvPr/>
          </p:nvSpPr>
          <p:spPr>
            <a:xfrm>
              <a:off x="1813320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50" name="Freeform 16"/>
            <p:cNvSpPr/>
            <p:nvPr/>
          </p:nvSpPr>
          <p:spPr>
            <a:xfrm>
              <a:off x="-151920" y="9312120"/>
              <a:ext cx="305640" cy="1030320"/>
            </a:xfrm>
            <a:custGeom>
              <a:avLst/>
              <a:gdLst>
                <a:gd name="textAreaLeft" fmla="*/ 0 w 305640"/>
                <a:gd name="textAreaRight" fmla="*/ 307080 w 305640"/>
                <a:gd name="textAreaTop" fmla="*/ 0 h 1030320"/>
                <a:gd name="textAreaBottom" fmla="*/ 1031760 h 1030320"/>
                <a:gd name="GluePoint1X" fmla="*/ 91 w 116"/>
                <a:gd name="GluePoint1Y" fmla="*/ 261 h 390"/>
                <a:gd name="GluePoint2X" fmla="*/ 25 w 116"/>
                <a:gd name="GluePoint2Y" fmla="*/ 261 h 390"/>
                <a:gd name="GluePoint3X" fmla="*/ 0 w 116"/>
                <a:gd name="GluePoint3Y" fmla="*/ 0 h 390"/>
                <a:gd name="GluePoint4X" fmla="*/ 116 w 116"/>
                <a:gd name="GluePoint4Y" fmla="*/ 0 h 390"/>
                <a:gd name="GluePoint5X" fmla="*/ 91 w 116"/>
                <a:gd name="GluePoint5Y" fmla="*/ 261 h 390"/>
                <a:gd name="GluePoint6X" fmla="*/ 11 w 116"/>
                <a:gd name="GluePoint6Y" fmla="*/ 390 h 390"/>
                <a:gd name="GluePoint7X" fmla="*/ 11 w 116"/>
                <a:gd name="GluePoint7Y" fmla="*/ 302 h 390"/>
                <a:gd name="GluePoint8X" fmla="*/ 105 w 116"/>
                <a:gd name="GluePoint8Y" fmla="*/ 302 h 390"/>
                <a:gd name="GluePoint9X" fmla="*/ 105 w 116"/>
                <a:gd name="GluePoint9Y" fmla="*/ 390 h 390"/>
                <a:gd name="GluePoint10X" fmla="*/ 11 w 116"/>
                <a:gd name="GluePoint10Y" fmla="*/ 390 h 3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sp>
          <p:nvSpPr>
            <p:cNvPr id="351" name="AutoShape 3"/>
            <p:cNvSpPr/>
            <p:nvPr/>
          </p:nvSpPr>
          <p:spPr>
            <a:xfrm>
              <a:off x="16520760" y="211680"/>
              <a:ext cx="665280" cy="712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endParaRPr>
            </a:p>
          </p:txBody>
        </p:sp>
        <p:grpSp>
          <p:nvGrpSpPr>
            <p:cNvPr id="352" name="Group 266"/>
            <p:cNvGrpSpPr/>
            <p:nvPr/>
          </p:nvGrpSpPr>
          <p:grpSpPr>
            <a:xfrm>
              <a:off x="-1107360" y="1767240"/>
              <a:ext cx="4806000" cy="6751080"/>
              <a:chOff x="-1107360" y="1767240"/>
              <a:chExt cx="4806000" cy="6751080"/>
            </a:xfrm>
          </p:grpSpPr>
          <p:sp>
            <p:nvSpPr>
              <p:cNvPr id="353" name="Freeform 10"/>
              <p:cNvSpPr/>
              <p:nvPr/>
            </p:nvSpPr>
            <p:spPr>
              <a:xfrm>
                <a:off x="-1107360" y="4315680"/>
                <a:ext cx="4806000" cy="4202640"/>
              </a:xfrm>
              <a:custGeom>
                <a:avLst/>
                <a:gdLst>
                  <a:gd name="textAreaLeft" fmla="*/ 0 w 4806000"/>
                  <a:gd name="textAreaRight" fmla="*/ 4807440 w 4806000"/>
                  <a:gd name="textAreaTop" fmla="*/ 0 h 4202640"/>
                  <a:gd name="textAreaBottom" fmla="*/ 4204080 h 4202640"/>
                  <a:gd name="GluePoint1X" fmla="*/ 434 w 464"/>
                  <a:gd name="GluePoint1Y" fmla="*/ 406 h 406"/>
                  <a:gd name="GluePoint2X" fmla="*/ 30 w 464"/>
                  <a:gd name="GluePoint2Y" fmla="*/ 406 h 406"/>
                  <a:gd name="GluePoint3X" fmla="*/ 0 w 464"/>
                  <a:gd name="GluePoint3Y" fmla="*/ 376 h 406"/>
                  <a:gd name="GluePoint4X" fmla="*/ 0 w 464"/>
                  <a:gd name="GluePoint4Y" fmla="*/ 30 h 406"/>
                  <a:gd name="GluePoint5X" fmla="*/ 30 w 464"/>
                  <a:gd name="GluePoint5Y" fmla="*/ 0 h 406"/>
                  <a:gd name="GluePoint6X" fmla="*/ 434 w 464"/>
                  <a:gd name="GluePoint6Y" fmla="*/ 0 h 406"/>
                  <a:gd name="GluePoint7X" fmla="*/ 464 w 464"/>
                  <a:gd name="GluePoint7Y" fmla="*/ 30 h 406"/>
                  <a:gd name="GluePoint8X" fmla="*/ 464 w 464"/>
                  <a:gd name="GluePoint8Y" fmla="*/ 376 h 406"/>
                  <a:gd name="GluePoint9X" fmla="*/ 434 w 464"/>
                  <a:gd name="GluePoint9Y" fmla="*/ 406 h 40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464" h="406">
                    <a:moveTo>
                      <a:pt x="434" y="406"/>
                    </a:moveTo>
                    <a:cubicBezTo>
                      <a:pt x="30" y="406"/>
                      <a:pt x="30" y="406"/>
                      <a:pt x="30" y="406"/>
                    </a:cubicBezTo>
                    <a:cubicBezTo>
                      <a:pt x="13" y="406"/>
                      <a:pt x="0" y="393"/>
                      <a:pt x="0" y="376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4"/>
                      <a:pt x="13" y="0"/>
                      <a:pt x="30" y="0"/>
                    </a:cubicBezTo>
                    <a:cubicBezTo>
                      <a:pt x="434" y="0"/>
                      <a:pt x="434" y="0"/>
                      <a:pt x="434" y="0"/>
                    </a:cubicBezTo>
                    <a:cubicBezTo>
                      <a:pt x="450" y="0"/>
                      <a:pt x="464" y="14"/>
                      <a:pt x="464" y="30"/>
                    </a:cubicBezTo>
                    <a:cubicBezTo>
                      <a:pt x="464" y="376"/>
                      <a:pt x="464" y="376"/>
                      <a:pt x="464" y="376"/>
                    </a:cubicBezTo>
                    <a:cubicBezTo>
                      <a:pt x="464" y="393"/>
                      <a:pt x="450" y="406"/>
                      <a:pt x="434" y="406"/>
                    </a:cubicBezTo>
                    <a:close/>
                  </a:path>
                </a:pathLst>
              </a:custGeom>
              <a:noFill/>
              <a:ln w="184150">
                <a:solidFill>
                  <a:srgbClr val="c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t">
                <a:noAutofit/>
              </a:bodyPr>
              <a:p>
                <a:pPr defTabSz="76212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MS PGothic"/>
                </a:endParaRPr>
              </a:p>
            </p:txBody>
          </p:sp>
          <p:sp>
            <p:nvSpPr>
              <p:cNvPr id="354" name="Freeform 11"/>
              <p:cNvSpPr/>
              <p:nvPr/>
            </p:nvSpPr>
            <p:spPr>
              <a:xfrm>
                <a:off x="674640" y="5380920"/>
                <a:ext cx="1230840" cy="2142360"/>
              </a:xfrm>
              <a:custGeom>
                <a:avLst/>
                <a:gdLst>
                  <a:gd name="textAreaLeft" fmla="*/ 0 w 1230840"/>
                  <a:gd name="textAreaRight" fmla="*/ 1232280 w 1230840"/>
                  <a:gd name="textAreaTop" fmla="*/ 0 h 2142360"/>
                  <a:gd name="textAreaBottom" fmla="*/ 2143800 h 2142360"/>
                  <a:gd name="GluePoint1X" fmla="*/ 119 w 119"/>
                  <a:gd name="GluePoint1Y" fmla="*/ 60 h 207"/>
                  <a:gd name="GluePoint2X" fmla="*/ 60 w 119"/>
                  <a:gd name="GluePoint2Y" fmla="*/ 0 h 207"/>
                  <a:gd name="GluePoint3X" fmla="*/ 0 w 119"/>
                  <a:gd name="GluePoint3Y" fmla="*/ 60 h 207"/>
                  <a:gd name="GluePoint4X" fmla="*/ 30 w 119"/>
                  <a:gd name="GluePoint4Y" fmla="*/ 112 h 207"/>
                  <a:gd name="GluePoint5X" fmla="*/ 11 w 119"/>
                  <a:gd name="GluePoint5Y" fmla="*/ 207 h 207"/>
                  <a:gd name="GluePoint6X" fmla="*/ 108 w 119"/>
                  <a:gd name="GluePoint6Y" fmla="*/ 207 h 207"/>
                  <a:gd name="GluePoint7X" fmla="*/ 89 w 119"/>
                  <a:gd name="GluePoint7Y" fmla="*/ 112 h 207"/>
                  <a:gd name="GluePoint8X" fmla="*/ 119 w 119"/>
                  <a:gd name="GluePoint8Y" fmla="*/ 60 h 20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</a:cxnLst>
                <a:rect l="textAreaLeft" t="textAreaTop" r="textAreaRight" b="textAreaBottom"/>
                <a:pathLst>
                  <a:path w="119" h="207">
                    <a:moveTo>
                      <a:pt x="119" y="60"/>
                    </a:moveTo>
                    <a:cubicBezTo>
                      <a:pt x="119" y="27"/>
                      <a:pt x="93" y="0"/>
                      <a:pt x="60" y="0"/>
                    </a:cubicBezTo>
                    <a:cubicBezTo>
                      <a:pt x="27" y="0"/>
                      <a:pt x="0" y="27"/>
                      <a:pt x="0" y="60"/>
                    </a:cubicBezTo>
                    <a:cubicBezTo>
                      <a:pt x="0" y="82"/>
                      <a:pt x="12" y="102"/>
                      <a:pt x="30" y="112"/>
                    </a:cubicBezTo>
                    <a:cubicBezTo>
                      <a:pt x="11" y="207"/>
                      <a:pt x="11" y="207"/>
                      <a:pt x="11" y="207"/>
                    </a:cubicBezTo>
                    <a:cubicBezTo>
                      <a:pt x="108" y="207"/>
                      <a:pt x="108" y="207"/>
                      <a:pt x="108" y="207"/>
                    </a:cubicBezTo>
                    <a:cubicBezTo>
                      <a:pt x="89" y="112"/>
                      <a:pt x="89" y="112"/>
                      <a:pt x="89" y="112"/>
                    </a:cubicBezTo>
                    <a:cubicBezTo>
                      <a:pt x="107" y="102"/>
                      <a:pt x="119" y="82"/>
                      <a:pt x="119" y="60"/>
                    </a:cubicBezTo>
                    <a:close/>
                  </a:path>
                </a:pathLst>
              </a:custGeom>
              <a:solidFill>
                <a:srgbClr val="920000"/>
              </a:solidFill>
              <a:ln w="184150">
                <a:solidFill>
                  <a:srgbClr val="c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t">
                <a:noAutofit/>
              </a:bodyPr>
              <a:p>
                <a:pPr defTabSz="76212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MS PGothic"/>
                </a:endParaRPr>
              </a:p>
            </p:txBody>
          </p:sp>
          <p:sp>
            <p:nvSpPr>
              <p:cNvPr id="355" name="Freeform 12"/>
              <p:cNvSpPr/>
              <p:nvPr/>
            </p:nvSpPr>
            <p:spPr>
              <a:xfrm>
                <a:off x="-309240" y="1767240"/>
                <a:ext cx="3209760" cy="2638800"/>
              </a:xfrm>
              <a:custGeom>
                <a:avLst/>
                <a:gdLst>
                  <a:gd name="textAreaLeft" fmla="*/ 0 w 3209760"/>
                  <a:gd name="textAreaRight" fmla="*/ 3211200 w 3209760"/>
                  <a:gd name="textAreaTop" fmla="*/ 0 h 2638800"/>
                  <a:gd name="textAreaBottom" fmla="*/ 2640240 h 2638800"/>
                  <a:gd name="GluePoint1X" fmla="*/ 0 w 310"/>
                  <a:gd name="GluePoint1Y" fmla="*/ 253 h 255"/>
                  <a:gd name="GluePoint2X" fmla="*/ 0 w 310"/>
                  <a:gd name="GluePoint2Y" fmla="*/ 155 h 255"/>
                  <a:gd name="GluePoint3X" fmla="*/ 155 w 310"/>
                  <a:gd name="GluePoint3Y" fmla="*/ 0 h 255"/>
                  <a:gd name="GluePoint4X" fmla="*/ 310 w 310"/>
                  <a:gd name="GluePoint4Y" fmla="*/ 155 h 255"/>
                  <a:gd name="GluePoint5X" fmla="*/ 310 w 310"/>
                  <a:gd name="GluePoint5Y" fmla="*/ 255 h 25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10" h="255">
                    <a:moveTo>
                      <a:pt x="0" y="253"/>
                    </a:moveTo>
                    <a:cubicBezTo>
                      <a:pt x="0" y="155"/>
                      <a:pt x="0" y="155"/>
                      <a:pt x="0" y="155"/>
                    </a:cubicBezTo>
                    <a:cubicBezTo>
                      <a:pt x="0" y="69"/>
                      <a:pt x="69" y="0"/>
                      <a:pt x="155" y="0"/>
                    </a:cubicBezTo>
                    <a:cubicBezTo>
                      <a:pt x="240" y="0"/>
                      <a:pt x="310" y="69"/>
                      <a:pt x="310" y="155"/>
                    </a:cubicBezTo>
                    <a:cubicBezTo>
                      <a:pt x="310" y="255"/>
                      <a:pt x="310" y="255"/>
                      <a:pt x="310" y="255"/>
                    </a:cubicBezTo>
                  </a:path>
                </a:pathLst>
              </a:custGeom>
              <a:noFill/>
              <a:ln w="184150">
                <a:solidFill>
                  <a:srgbClr val="c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t">
                <a:noAutofit/>
              </a:bodyPr>
              <a:p>
                <a:pPr defTabSz="76212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MS PGothic"/>
                </a:endParaRPr>
              </a:p>
            </p:txBody>
          </p:sp>
        </p:grpSp>
        <p:sp>
          <p:nvSpPr>
            <p:cNvPr id="356" name="Rectangle 267"/>
            <p:cNvSpPr/>
            <p:nvPr/>
          </p:nvSpPr>
          <p:spPr>
            <a:xfrm>
              <a:off x="-2212200" y="-254160"/>
              <a:ext cx="2207880" cy="108781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Trebuchet MS"/>
                <a:ea typeface="MS PGothic"/>
              </a:endParaRPr>
            </a:p>
          </p:txBody>
        </p:sp>
        <p:sp>
          <p:nvSpPr>
            <p:cNvPr id="357" name="Rectangle 268"/>
            <p:cNvSpPr/>
            <p:nvPr/>
          </p:nvSpPr>
          <p:spPr>
            <a:xfrm>
              <a:off x="18289440" y="-254160"/>
              <a:ext cx="2207880" cy="108781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Trebuchet MS"/>
                <a:ea typeface="MS PGothic"/>
              </a:endParaRPr>
            </a:p>
          </p:txBody>
        </p:sp>
        <p:sp>
          <p:nvSpPr>
            <p:cNvPr id="358" name="Rectangle 269"/>
            <p:cNvSpPr/>
            <p:nvPr/>
          </p:nvSpPr>
          <p:spPr>
            <a:xfrm rot="16200000">
              <a:off x="8547480" y="-9887400"/>
              <a:ext cx="674280" cy="19105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Trebuchet MS"/>
                <a:ea typeface="MS PGothic"/>
              </a:endParaRPr>
            </a:p>
          </p:txBody>
        </p:sp>
        <p:sp>
          <p:nvSpPr>
            <p:cNvPr id="359" name="Rectangle 270"/>
            <p:cNvSpPr/>
            <p:nvPr/>
          </p:nvSpPr>
          <p:spPr>
            <a:xfrm rot="16200000">
              <a:off x="8547480" y="1074240"/>
              <a:ext cx="674280" cy="19105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76212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Trebuchet MS"/>
                <a:ea typeface="MS PGothic"/>
              </a:endParaRPr>
            </a:p>
          </p:txBody>
        </p:sp>
      </p:grpSp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4770000" y="6278760"/>
            <a:ext cx="12434400" cy="98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trike="noStrike" u="none" cap="all">
                <a:solidFill>
                  <a:schemeClr val="lt1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4770000" y="7269480"/>
            <a:ext cx="12434400" cy="87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lt1"/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ubTitle"/>
          </p:nvPr>
        </p:nvSpPr>
        <p:spPr>
          <a:xfrm>
            <a:off x="1143000" y="8290440"/>
            <a:ext cx="9691200" cy="47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spcAft>
                <a:spcPts val="499"/>
              </a:spcAft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2"/>
                </a:solidFill>
                <a:effectLst/>
                <a:uFillTx/>
                <a:latin typeface="Trebuchet MS"/>
              </a:rPr>
              <a:t>Gregory Etelson, January 2026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title"/>
          </p:nvPr>
        </p:nvSpPr>
        <p:spPr>
          <a:xfrm>
            <a:off x="1143000" y="6705720"/>
            <a:ext cx="9691200" cy="1636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trike="noStrike" u="none" cap="all">
                <a:solidFill>
                  <a:schemeClr val="lt1"/>
                </a:solidFill>
                <a:effectLst/>
                <a:uFillTx/>
                <a:latin typeface="Trebuchet MS"/>
              </a:rPr>
              <a:t>Unit test howto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61560" y="0"/>
            <a:ext cx="14110920" cy="98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trike="noStrike" u="none" cap="all">
                <a:solidFill>
                  <a:schemeClr val="dk2"/>
                </a:solidFill>
                <a:effectLst/>
                <a:uFillTx/>
                <a:latin typeface="Trebuchet MS"/>
              </a:rPr>
              <a:t>Unit Test Architecture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5257800" y="1371600"/>
            <a:ext cx="5714280" cy="228528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TEST MANAGER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8001000" y="2286000"/>
            <a:ext cx="2742480" cy="913680"/>
          </a:xfrm>
          <a:prstGeom prst="roundRect">
            <a:avLst>
              <a:gd name="adj" fmla="val 16667"/>
            </a:avLst>
          </a:prstGeom>
          <a:solidFill>
            <a:srgbClr val="f6f9d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 Commands file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5486400" y="2286000"/>
            <a:ext cx="2056680" cy="913680"/>
          </a:xfrm>
          <a:prstGeom prst="roundRect">
            <a:avLst>
              <a:gd name="adj" fmla="val 16667"/>
            </a:avLst>
          </a:pr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Tested hosts file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1143000" y="6400800"/>
            <a:ext cx="4342680" cy="251388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Tested host 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1371600" y="7086600"/>
            <a:ext cx="1828080" cy="45648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Tested App: A1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3429000" y="7086600"/>
            <a:ext cx="1828080" cy="45648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Tested App: A2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1371600" y="8001000"/>
            <a:ext cx="1828080" cy="45648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Tested App: 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6400800" y="6400800"/>
            <a:ext cx="4342680" cy="251388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Tested host 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6629400" y="7086600"/>
            <a:ext cx="1828080" cy="45648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Tested App: B1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8686800" y="7086600"/>
            <a:ext cx="1828080" cy="45648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Tested App: B2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6629400" y="8001000"/>
            <a:ext cx="1828080" cy="45648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Tested App: Bm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12573000" y="6400800"/>
            <a:ext cx="4342680" cy="251388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Tested host </a:t>
            </a:r>
            <a:r>
              <a:rPr b="1" lang="hi-IN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א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12573000" y="7086600"/>
            <a:ext cx="2056680" cy="45648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Tested App: </a:t>
            </a:r>
            <a:r>
              <a:rPr b="0" lang="hi-IN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א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14859000" y="7086600"/>
            <a:ext cx="1828080" cy="45648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Tested App: </a:t>
            </a:r>
            <a:r>
              <a:rPr b="0" lang="hi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א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12801600" y="8001000"/>
            <a:ext cx="2136600" cy="45648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Tested App: 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א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6949440" y="4632480"/>
            <a:ext cx="291960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SSH connection as root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6354360" y="4261320"/>
            <a:ext cx="462960" cy="1515960"/>
          </a:xfrm>
          <a:prstGeom prst="downArrow">
            <a:avLst>
              <a:gd name="adj1" fmla="val 50000"/>
              <a:gd name="adj2" fmla="val 81774"/>
            </a:avLst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6015600" y="3872520"/>
            <a:ext cx="131544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command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9727920" y="4311360"/>
            <a:ext cx="387720" cy="1027080"/>
          </a:xfrm>
          <a:prstGeom prst="upArrow">
            <a:avLst>
              <a:gd name="adj1" fmla="val 50000"/>
              <a:gd name="adj2" fmla="val 66149"/>
            </a:avLst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9564840" y="5451840"/>
            <a:ext cx="86400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output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6625520" cy="98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trike="noStrike" u="none" cap="all">
                <a:solidFill>
                  <a:schemeClr val="dk2"/>
                </a:solidFill>
                <a:effectLst/>
                <a:uFillTx/>
                <a:latin typeface="Trebuchet MS"/>
              </a:rPr>
              <a:t>Command line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1505160" y="1958040"/>
            <a:ext cx="11365560" cy="59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$ utest --help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Usage: utest [OPTIONS]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Options: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// mandatory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--commands &lt;commands&gt;  YAML file with test commands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--hosts &lt;hosts&gt;        YAML file with hosts for the test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// optional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--mtdev &lt;mtdev&gt;        MT device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--key &lt;key&gt;                SSH key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-v, --verbose                   verbose execution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-s, --silent                       silent execution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--fast                           reuse existing hosts configuration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--show                        show test commands and exit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--loopback                  loopback setup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--reset                        reset hosts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-h, --help                        Print help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6625520" cy="98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trike="noStrike" u="none" cap="all">
                <a:solidFill>
                  <a:schemeClr val="dk2"/>
                </a:solidFill>
                <a:effectLst/>
                <a:uFillTx/>
                <a:latin typeface="Trebuchet MS"/>
              </a:rPr>
              <a:t>HOSTS file format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1811880" y="2439360"/>
            <a:ext cx="5694480" cy="545220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pmd@a1: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host: pegasus30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path: /opt/src/dpdk/upstream/build/app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pmd@a2: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host: pegasus30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path: /opt/src/dpdk/upstream/build/app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scapy@b1: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host: pegasus31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scapy@b2: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host: pegasus30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scapy@b3: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host: pegasus30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shell@a1: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host: pegasus30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scapy@a1: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host: pegasus30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9960480" y="2756880"/>
            <a:ext cx="4037760" cy="712800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interfaces: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pegasus31: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- pci: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pci1: 0000:43:00.1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pci0: 0000:43:00.0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- netdev: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pf1: enp67s0f1np1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pf0: enp67s0f0np0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pegasus30: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- pci: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pci0: 0000:05:00.0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pci0vf0: 0000:05:00.2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pci0vf1: 0000:05:00.3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pci1: 0000:05:00.1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- netdev: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pf0rf0: enp5s0f0npf0vf0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pf0vf0: enp5s0f0v0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pf1: enp5s0f1np1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pf0vf1: enp5s0f0v1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pf0: enp5s0f0np0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pf0rf1: enp5s0f0npf0vf1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9885240" y="1898640"/>
            <a:ext cx="5403960" cy="85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Host interfaces mapping.</a:t>
            </a:r>
            <a:br>
              <a:rPr sz="1800"/>
            </a:b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 be prepared manually or auto generated.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1742040" y="1629000"/>
            <a:ext cx="3220200" cy="7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Applications description.</a:t>
            </a:r>
            <a:br>
              <a:rPr sz="1800"/>
            </a:b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Must be prepared manually.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6625520" cy="98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trike="noStrike" u="none" cap="all">
                <a:solidFill>
                  <a:schemeClr val="dk2"/>
                </a:solidFill>
                <a:effectLst/>
                <a:uFillTx/>
                <a:latin typeface="Trebuchet MS"/>
              </a:rPr>
              <a:t>Commands file format: Test configuration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770400" y="1634400"/>
            <a:ext cx="9568440" cy="639972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pmd@a1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</a:t>
            </a:r>
            <a:r>
              <a:rPr b="1" lang="en-US" sz="2100" strike="noStrike" u="none">
                <a:solidFill>
                  <a:srgbClr val="ff4000"/>
                </a:solidFill>
                <a:effectLst/>
                <a:uFillTx/>
                <a:latin typeface="Arial"/>
              </a:rPr>
              <a:t>agent: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2100" strike="noStrike" u="none">
                <a:solidFill>
                  <a:srgbClr val="158466"/>
                </a:solidFill>
                <a:effectLst/>
                <a:uFillTx/>
                <a:latin typeface="Arial"/>
              </a:rPr>
              <a:t>testpmd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cmd_parts: &amp;cmd_parts &gt;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dpdk-testpmd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-a </a:t>
            </a:r>
            <a:r>
              <a:rPr b="1" lang="en-US" sz="2100" strike="noStrike" u="sng">
                <a:solidFill>
                  <a:srgbClr val="3465a4"/>
                </a:solidFill>
                <a:effectLst/>
                <a:uFillTx/>
                <a:latin typeface="Arial"/>
              </a:rPr>
              <a:t>pci0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,dv_flow_en=2,representor=vf[0,1] --file-prefix ESW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--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-i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</a:t>
            </a:r>
            <a:r>
              <a:rPr b="1" lang="en-US" sz="2100" strike="noStrike" u="none">
                <a:solidFill>
                  <a:srgbClr val="ff4000"/>
                </a:solidFill>
                <a:effectLst/>
                <a:uFillTx/>
                <a:latin typeface="Arial"/>
              </a:rPr>
              <a:t>cmd: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*cmd_parts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</a:t>
            </a:r>
            <a:r>
              <a:rPr b="1" lang="en-US" sz="2100" strike="noStrike" u="none">
                <a:solidFill>
                  <a:srgbClr val="ff4000"/>
                </a:solidFill>
                <a:effectLst/>
                <a:uFillTx/>
                <a:latin typeface="Arial"/>
              </a:rPr>
              <a:t>setup: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[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"config-fdb --pci </a:t>
            </a:r>
            <a:r>
              <a:rPr b="1" lang="en-US" sz="2100" strike="noStrike" u="sng">
                <a:solidFill>
                  <a:srgbClr val="3465a4"/>
                </a:solidFill>
                <a:effectLst/>
                <a:uFillTx/>
                <a:latin typeface="Arial"/>
              </a:rPr>
              <a:t>pci0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--vf 2",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"</a:t>
            </a:r>
            <a:r>
              <a:rPr b="1" lang="en-US" sz="2100" strike="noStrike" u="dash">
                <a:solidFill>
                  <a:srgbClr val="ff0000"/>
                </a:solidFill>
                <a:effectLst/>
                <a:uFillTx/>
                <a:latin typeface="Arial"/>
              </a:rPr>
              <a:t>shell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sysctl -w vm.nr_hugepages=4096"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pmd@a2: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</a:t>
            </a:r>
            <a:r>
              <a:rPr b="1" lang="en-US" sz="2100" strike="noStrike" u="none">
                <a:solidFill>
                  <a:srgbClr val="ff4000"/>
                </a:solidFill>
                <a:effectLst/>
                <a:uFillTx/>
                <a:latin typeface="Arial"/>
              </a:rPr>
              <a:t>agent: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2100" strike="noStrike" u="none">
                <a:solidFill>
                  <a:srgbClr val="158466"/>
                </a:solidFill>
                <a:effectLst/>
                <a:uFillTx/>
                <a:latin typeface="Arial"/>
              </a:rPr>
              <a:t>testpmd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</a:t>
            </a:r>
            <a:r>
              <a:rPr b="1" lang="en-US" sz="21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cmd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'dpdk-testpmd -a </a:t>
            </a:r>
            <a:r>
              <a:rPr b="1" lang="en-US" sz="2100" strike="noStrike" u="sng">
                <a:solidFill>
                  <a:srgbClr val="3465a4"/>
                </a:solidFill>
                <a:effectLst/>
                <a:uFillTx/>
                <a:latin typeface="Arial"/>
              </a:rPr>
              <a:t>pci0vf0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,dv_flow_en=2 --file-prefix VM -- -i'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scapy@b1: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  </a:t>
            </a:r>
            <a:r>
              <a:rPr b="1" lang="en-US" sz="2100" strike="noStrike" u="none">
                <a:solidFill>
                  <a:srgbClr val="ff4000"/>
                </a:solidFill>
                <a:effectLst/>
                <a:uFillTx/>
                <a:latin typeface="Arial"/>
                <a:ea typeface="Noto Sans CJK SC"/>
              </a:rPr>
              <a:t>agent: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</a:t>
            </a:r>
            <a:r>
              <a:rPr b="0" i="1" lang="en-US" sz="2100" strike="noStrike" u="none">
                <a:solidFill>
                  <a:srgbClr val="158466"/>
                </a:solidFill>
                <a:effectLst/>
                <a:uFillTx/>
                <a:latin typeface="Arial"/>
                <a:ea typeface="Noto Sans CJK SC"/>
              </a:rPr>
              <a:t>scapy</a:t>
            </a:r>
            <a:br>
              <a:rPr sz="2100"/>
            </a:br>
            <a:r>
              <a:rPr b="0" i="1" lang="en-US" sz="2100" strike="noStrike" u="none">
                <a:solidFill>
                  <a:srgbClr val="158466"/>
                </a:solidFill>
                <a:effectLst/>
                <a:uFillTx/>
                <a:latin typeface="Arial"/>
                <a:ea typeface="Noto Sans CJK SC"/>
              </a:rPr>
              <a:t>    </a:t>
            </a:r>
            <a:r>
              <a:rPr b="1" lang="en-US" sz="2100" strike="noStrike" u="none">
                <a:solidFill>
                  <a:srgbClr val="ff4000"/>
                </a:solidFill>
                <a:effectLst/>
                <a:uFillTx/>
                <a:latin typeface="Arial"/>
                <a:ea typeface="Noto Sans CJK SC"/>
              </a:rPr>
              <a:t>setup: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"</a:t>
            </a:r>
            <a:r>
              <a:rPr b="1" lang="en-US" sz="2100" strike="noStrike" u="dash">
                <a:solidFill>
                  <a:srgbClr val="ff0000"/>
                </a:solidFill>
                <a:effectLst/>
                <a:uFillTx/>
                <a:latin typeface="Arial"/>
                <a:ea typeface="Noto Sans CJK SC"/>
              </a:rPr>
              <a:t>shell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ip link set mtu 3001 dev </a:t>
            </a:r>
            <a:r>
              <a:rPr b="1" lang="en-US" sz="2100" strike="noStrike" u="sng">
                <a:solidFill>
                  <a:srgbClr val="3465a4"/>
                </a:solidFill>
                <a:effectLst/>
                <a:uFillTx/>
                <a:latin typeface="Arial"/>
              </a:rPr>
              <a:t>pf1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6625520" cy="98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trike="noStrike" u="none" cap="all">
                <a:solidFill>
                  <a:schemeClr val="dk2"/>
                </a:solidFill>
                <a:effectLst/>
                <a:uFillTx/>
                <a:latin typeface="Trebuchet MS"/>
              </a:rPr>
              <a:t>Commands file format: Test flow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770400" y="1634400"/>
            <a:ext cx="12212640" cy="777060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phase0: &amp;phase0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name: CONFIGURATION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scapy@b1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|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packet = Ether(src='11:22:33:44:55:66', dst='aa:bb:cc:dd:ee:aa')/IP()/UDP()/Raw('== TEST ==')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pmd@a1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[ *pmd0_a1 ]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pmd@a2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[ *pmd0_a2, *pmd1_a2 ]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phase1: &amp;phase1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name: SEND and CHECK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scapy@b1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sendp(packet, iface=</a:t>
            </a:r>
            <a:r>
              <a:rPr b="1" lang="en-US" sz="2100" strike="noStrike" u="sng">
                <a:solidFill>
                  <a:srgbClr val="2a6099"/>
                </a:solidFill>
                <a:effectLst/>
                <a:uFillTx/>
                <a:latin typeface="Arial"/>
              </a:rPr>
              <a:t>pf0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</a:t>
            </a:r>
            <a:r>
              <a:rPr b="1" lang="en-US" sz="21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result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pmd@a2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{and: [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'src=11:22:33:44:55:66 - dst=AA:BB:CC:DD:EE:AA',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'Rx metadata: 0xbc0a'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]}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1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flow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-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</a:t>
            </a:r>
            <a:r>
              <a:rPr b="1" lang="en-US" sz="21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phases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[ *phase0 ]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</a:t>
            </a:r>
            <a:r>
              <a:rPr b="1" lang="en-US" sz="21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repeat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1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-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</a:t>
            </a:r>
            <a:r>
              <a:rPr b="1" lang="en-US" sz="21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phases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[ *phase1 ]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      </a:t>
            </a:r>
            <a:r>
              <a:rPr b="1" lang="en-US" sz="21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repeat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1</a:t>
            </a:r>
            <a:br>
              <a:rPr sz="2100"/>
            </a:b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13760640" y="2456640"/>
            <a:ext cx="4285800" cy="29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flow and phase tags must be executed in the exact order of appearance.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itle &amp; Bullet">
  <a:themeElements>
    <a:clrScheme name="Custom 3">
      <a:dk1>
        <a:srgbClr val="cdcdcd"/>
      </a:dk1>
      <a:lt1>
        <a:srgbClr val="ffffff"/>
      </a:lt1>
      <a:dk2>
        <a:srgbClr val="000000"/>
      </a:dk2>
      <a:lt2>
        <a:srgbClr val="76b900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004827"/>
      </a:folHlink>
    </a:clrScheme>
    <a:fontScheme name="Opulent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  <a:solidFill>
          <a:schemeClr val="phClr"/>
        </a:soli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  <a:ln w="95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5EAE5F8329F47B840B6DEBAC2F43F" ma:contentTypeVersion="6" ma:contentTypeDescription="Create a new document." ma:contentTypeScope="" ma:versionID="78e83a7562519defa34023cb5fc8362e">
  <xsd:schema xmlns:xsd="http://www.w3.org/2001/XMLSchema" xmlns:xs="http://www.w3.org/2001/XMLSchema" xmlns:p="http://schemas.microsoft.com/office/2006/metadata/properties" xmlns:ns1="http://schemas.microsoft.com/sharepoint/v3" xmlns:ns2="2a5b1eea-32a8-4673-8d38-de3226caeee3" targetNamespace="http://schemas.microsoft.com/office/2006/metadata/properties" ma:root="true" ma:fieldsID="d8790d471b169e021690c0a0cf3dd58b" ns1:_="" ns2:_="">
    <xsd:import namespace="http://schemas.microsoft.com/sharepoint/v3"/>
    <xsd:import namespace="2a5b1eea-32a8-4673-8d38-de3226caeee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b1eea-32a8-4673-8d38-de3226caee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1117E6-D6FC-4058-B4DB-1159A63A28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a5b1eea-32a8-4673-8d38-de3226caee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F88E22E-2A4B-4FB1-9848-BF16E7DBE74B}">
  <ds:schemaRefs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2a5b1eea-32a8-4673-8d38-de3226caeee3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9B7386-0C5E-43DB-8BF1-052EEAD5F5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86024</TotalTime>
  <Application>LibreOffice/25.8.3.2$Linux_X86_64 LibreOffice_project/580$Build-2</Application>
  <AppVersion>15.0000</AppVersion>
  <Words>1015</Words>
  <Paragraphs>222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2008-01-24T03:11:41Z</dcterms:created>
  <dc:creator>Jennifer Hohn</dc:creator>
  <dc:description/>
  <dc:language>en-US</dc:language>
  <cp:lastModifiedBy/>
  <dcterms:modified xsi:type="dcterms:W3CDTF">2026-01-11T08:39:27Z</dcterms:modified>
  <cp:revision>3581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0x010100A145EAE5F8329F47B840B6DEBAC2F43F</vt:lpwstr>
  </property>
  <property fmtid="{D5CDD505-2E9C-101B-9397-08002B2CF9AE}" pid="3" name="MSIP_Label_6b558183-044c-4105-8d9c-cea02a2a3d86_Application">
    <vt:lpwstr>Microsoft Azure Information Protection</vt:lpwstr>
  </property>
  <property fmtid="{D5CDD505-2E9C-101B-9397-08002B2CF9AE}" pid="4" name="MSIP_Label_6b558183-044c-4105-8d9c-cea02a2a3d86_Enabled">
    <vt:lpwstr>True</vt:lpwstr>
  </property>
  <property fmtid="{D5CDD505-2E9C-101B-9397-08002B2CF9AE}" pid="5" name="MSIP_Label_6b558183-044c-4105-8d9c-cea02a2a3d86_Extended_MSFT_Method">
    <vt:lpwstr>Automatic</vt:lpwstr>
  </property>
  <property fmtid="{D5CDD505-2E9C-101B-9397-08002B2CF9AE}" pid="6" name="MSIP_Label_6b558183-044c-4105-8d9c-cea02a2a3d86_Name">
    <vt:lpwstr>Unrestricted</vt:lpwstr>
  </property>
  <property fmtid="{D5CDD505-2E9C-101B-9397-08002B2CF9AE}" pid="7" name="MSIP_Label_6b558183-044c-4105-8d9c-cea02a2a3d86_Owner">
    <vt:lpwstr>lspillman@nvidia.com</vt:lpwstr>
  </property>
  <property fmtid="{D5CDD505-2E9C-101B-9397-08002B2CF9AE}" pid="8" name="MSIP_Label_6b558183-044c-4105-8d9c-cea02a2a3d86_Ref">
    <vt:lpwstr>https://api.informationprotection.azure.com/api/43083d15-7273-40c1-b7db-39efd9ccc17a</vt:lpwstr>
  </property>
  <property fmtid="{D5CDD505-2E9C-101B-9397-08002B2CF9AE}" pid="9" name="MSIP_Label_6b558183-044c-4105-8d9c-cea02a2a3d86_SetDate">
    <vt:lpwstr>2018-05-11T15:28:31.9824217-07:00</vt:lpwstr>
  </property>
  <property fmtid="{D5CDD505-2E9C-101B-9397-08002B2CF9AE}" pid="10" name="MSIP_Label_6b558183-044c-4105-8d9c-cea02a2a3d86_SiteId">
    <vt:lpwstr>43083d15-7273-40c1-b7db-39efd9ccc17a</vt:lpwstr>
  </property>
  <property fmtid="{D5CDD505-2E9C-101B-9397-08002B2CF9AE}" pid="11" name="Notes">
    <vt:r8>6</vt:r8>
  </property>
  <property fmtid="{D5CDD505-2E9C-101B-9397-08002B2CF9AE}" pid="12" name="PresentationFormat">
    <vt:lpwstr>Custom</vt:lpwstr>
  </property>
  <property fmtid="{D5CDD505-2E9C-101B-9397-08002B2CF9AE}" pid="13" name="Sensitivity">
    <vt:lpwstr>Unrestricted</vt:lpwstr>
  </property>
  <property fmtid="{D5CDD505-2E9C-101B-9397-08002B2CF9AE}" pid="14" name="Slides">
    <vt:r8>35</vt:r8>
  </property>
</Properties>
</file>